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96" r:id="rId4"/>
  </p:sldMasterIdLst>
  <p:notesMasterIdLst>
    <p:notesMasterId r:id="rId16"/>
  </p:notesMasterIdLst>
  <p:handoutMasterIdLst>
    <p:handoutMasterId r:id="rId17"/>
  </p:handoutMasterIdLst>
  <p:sldIdLst>
    <p:sldId id="334" r:id="rId5"/>
    <p:sldId id="335" r:id="rId6"/>
    <p:sldId id="336" r:id="rId7"/>
    <p:sldId id="338" r:id="rId8"/>
    <p:sldId id="339" r:id="rId9"/>
    <p:sldId id="340" r:id="rId10"/>
    <p:sldId id="341" r:id="rId11"/>
    <p:sldId id="342" r:id="rId12"/>
    <p:sldId id="343" r:id="rId13"/>
    <p:sldId id="344" r:id="rId14"/>
    <p:sldId id="337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S PowerBI Certification" id="{0C29F902-B667-4FD1-BBE1-55ACBEDE2956}">
          <p14:sldIdLst>
            <p14:sldId id="334"/>
            <p14:sldId id="335"/>
            <p14:sldId id="336"/>
          </p14:sldIdLst>
        </p14:section>
        <p14:section name="Udemy Course Covers" id="{D7DED217-FC2A-4C9E-A35B-9204E76CE79F}">
          <p14:sldIdLst/>
        </p14:section>
        <p14:section name="Part 0" id="{F2D02265-B16A-46D9-B982-DFBFE447973C}">
          <p14:sldIdLst>
            <p14:sldId id="338"/>
            <p14:sldId id="339"/>
          </p14:sldIdLst>
        </p14:section>
        <p14:section name="Part 1" id="{AAFDA16F-3CE7-4230-92BF-FD5C9C62BC75}">
          <p14:sldIdLst>
            <p14:sldId id="340"/>
            <p14:sldId id="341"/>
            <p14:sldId id="342"/>
            <p14:sldId id="343"/>
            <p14:sldId id="344"/>
          </p14:sldIdLst>
        </p14:section>
        <p14:section name="add-on" id="{0C1F4F65-72A3-42DD-AC1F-D9167B17FD18}">
          <p14:sldIdLst>
            <p14:sldId id="33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392" userDrawn="1">
          <p15:clr>
            <a:srgbClr val="A4A3A4"/>
          </p15:clr>
        </p15:guide>
        <p15:guide id="2" pos="7056" userDrawn="1">
          <p15:clr>
            <a:srgbClr val="A4A3A4"/>
          </p15:clr>
        </p15:guide>
        <p15:guide id="3" orient="horz" pos="316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DCAF9ED-07DC-4A11-8D7F-57B35C25682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9" autoAdjust="0"/>
    <p:restoredTop sz="84967" autoAdjust="0"/>
  </p:normalViewPr>
  <p:slideViewPr>
    <p:cSldViewPr snapToGrid="0">
      <p:cViewPr varScale="1">
        <p:scale>
          <a:sx n="99" d="100"/>
          <a:sy n="99" d="100"/>
        </p:scale>
        <p:origin x="894" y="306"/>
      </p:cViewPr>
      <p:guideLst>
        <p:guide orient="horz" pos="1392"/>
        <p:guide pos="7056"/>
        <p:guide orient="horz" pos="3168"/>
      </p:guideLst>
    </p:cSldViewPr>
  </p:slideViewPr>
  <p:outlineViewPr>
    <p:cViewPr>
      <p:scale>
        <a:sx n="33" d="100"/>
        <a:sy n="33" d="100"/>
      </p:scale>
      <p:origin x="0" y="-1103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7" d="100"/>
          <a:sy n="67" d="100"/>
        </p:scale>
        <p:origin x="3120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8/10/relationships/authors" Target="author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DA263C0-EE2F-4366-9134-696C45648023}" type="doc">
      <dgm:prSet loTypeId="urn:microsoft.com/office/officeart/2005/8/layout/cycle2" loCatId="cycle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1CF696E8-9051-46C9-9F86-6DCD75FBC9B7}">
      <dgm:prSet phldrT="[Text]" phldr="0" custT="1"/>
      <dgm:spPr/>
      <dgm:t>
        <a:bodyPr/>
        <a:lstStyle/>
        <a:p>
          <a:r>
            <a:rPr lang="en-US" sz="1200" b="1" dirty="0">
              <a:solidFill>
                <a:schemeClr val="bg1"/>
              </a:solidFill>
            </a:rPr>
            <a:t>Prepare</a:t>
          </a:r>
        </a:p>
      </dgm:t>
    </dgm:pt>
    <dgm:pt modelId="{E0F12A04-E419-463D-85CF-B233B5CC6044}" type="parTrans" cxnId="{CC84E1E7-CD46-4851-AB7A-2A2939B4EFB0}">
      <dgm:prSet/>
      <dgm:spPr/>
      <dgm:t>
        <a:bodyPr/>
        <a:lstStyle/>
        <a:p>
          <a:endParaRPr lang="en-US" sz="2000" b="1">
            <a:solidFill>
              <a:schemeClr val="bg1"/>
            </a:solidFill>
          </a:endParaRPr>
        </a:p>
      </dgm:t>
    </dgm:pt>
    <dgm:pt modelId="{65D4780A-73B0-44D0-B038-4524459001FB}" type="sibTrans" cxnId="{CC84E1E7-CD46-4851-AB7A-2A2939B4EFB0}">
      <dgm:prSet custT="1"/>
      <dgm:spPr/>
      <dgm:t>
        <a:bodyPr/>
        <a:lstStyle/>
        <a:p>
          <a:endParaRPr lang="en-US" sz="1000" b="1">
            <a:solidFill>
              <a:schemeClr val="bg1"/>
            </a:solidFill>
          </a:endParaRPr>
        </a:p>
      </dgm:t>
    </dgm:pt>
    <dgm:pt modelId="{3F398D3C-2B75-4F3F-8F24-536C53BBCDD1}">
      <dgm:prSet phldrT="[Text]" phldr="0" custT="1"/>
      <dgm:spPr/>
      <dgm:t>
        <a:bodyPr/>
        <a:lstStyle/>
        <a:p>
          <a:r>
            <a:rPr lang="en-US" sz="1200" b="1" dirty="0">
              <a:solidFill>
                <a:schemeClr val="bg1"/>
              </a:solidFill>
            </a:rPr>
            <a:t>Model</a:t>
          </a:r>
        </a:p>
      </dgm:t>
    </dgm:pt>
    <dgm:pt modelId="{E68CD0DC-BB2A-490C-B80E-316E761D165C}" type="parTrans" cxnId="{DCB42DCE-458A-4CF5-AED4-BA71C57140B9}">
      <dgm:prSet/>
      <dgm:spPr/>
      <dgm:t>
        <a:bodyPr/>
        <a:lstStyle/>
        <a:p>
          <a:endParaRPr lang="en-US" sz="2000" b="1">
            <a:solidFill>
              <a:schemeClr val="bg1"/>
            </a:solidFill>
          </a:endParaRPr>
        </a:p>
      </dgm:t>
    </dgm:pt>
    <dgm:pt modelId="{06ECD0EC-0915-46EE-86FB-2B3DEDB40DED}" type="sibTrans" cxnId="{DCB42DCE-458A-4CF5-AED4-BA71C57140B9}">
      <dgm:prSet custT="1"/>
      <dgm:spPr/>
      <dgm:t>
        <a:bodyPr/>
        <a:lstStyle/>
        <a:p>
          <a:endParaRPr lang="en-US" sz="1000" b="1">
            <a:solidFill>
              <a:schemeClr val="bg1"/>
            </a:solidFill>
          </a:endParaRPr>
        </a:p>
      </dgm:t>
    </dgm:pt>
    <dgm:pt modelId="{FF1F4054-6BB4-4B6A-8E4B-5D3AE4116095}">
      <dgm:prSet phldrT="[Text]" phldr="0" custT="1"/>
      <dgm:spPr/>
      <dgm:t>
        <a:bodyPr/>
        <a:lstStyle/>
        <a:p>
          <a:r>
            <a:rPr lang="en-US" sz="1200" b="1" dirty="0">
              <a:solidFill>
                <a:schemeClr val="bg1"/>
              </a:solidFill>
            </a:rPr>
            <a:t>Visualize</a:t>
          </a:r>
        </a:p>
      </dgm:t>
    </dgm:pt>
    <dgm:pt modelId="{7B2E9757-BDBD-4AAD-94ED-B719B09623F9}" type="parTrans" cxnId="{9DB545DA-6B0B-4E9A-8547-69BA0493B2ED}">
      <dgm:prSet/>
      <dgm:spPr/>
      <dgm:t>
        <a:bodyPr/>
        <a:lstStyle/>
        <a:p>
          <a:endParaRPr lang="en-US" sz="2000" b="1">
            <a:solidFill>
              <a:schemeClr val="bg1"/>
            </a:solidFill>
          </a:endParaRPr>
        </a:p>
      </dgm:t>
    </dgm:pt>
    <dgm:pt modelId="{B79A86F2-E66C-4AEF-8CCD-DBF5AF3D01FB}" type="sibTrans" cxnId="{9DB545DA-6B0B-4E9A-8547-69BA0493B2ED}">
      <dgm:prSet custT="1"/>
      <dgm:spPr/>
      <dgm:t>
        <a:bodyPr/>
        <a:lstStyle/>
        <a:p>
          <a:endParaRPr lang="en-US" sz="1000" b="1">
            <a:solidFill>
              <a:schemeClr val="bg1"/>
            </a:solidFill>
          </a:endParaRPr>
        </a:p>
      </dgm:t>
    </dgm:pt>
    <dgm:pt modelId="{71AB97B4-AAF4-4C99-87DF-20848B31FAF5}">
      <dgm:prSet phldrT="[Text]" phldr="0" custT="1"/>
      <dgm:spPr/>
      <dgm:t>
        <a:bodyPr/>
        <a:lstStyle/>
        <a:p>
          <a:r>
            <a:rPr lang="en-US" sz="1200" b="1" dirty="0">
              <a:solidFill>
                <a:schemeClr val="bg1"/>
              </a:solidFill>
            </a:rPr>
            <a:t>Analyze</a:t>
          </a:r>
        </a:p>
      </dgm:t>
    </dgm:pt>
    <dgm:pt modelId="{EFAC0E68-0879-4C5D-AB89-A3C13A1B3562}" type="parTrans" cxnId="{0C946404-E809-4081-932A-0020E2C0EE3D}">
      <dgm:prSet/>
      <dgm:spPr/>
      <dgm:t>
        <a:bodyPr/>
        <a:lstStyle/>
        <a:p>
          <a:endParaRPr lang="en-US" sz="2000" b="1">
            <a:solidFill>
              <a:schemeClr val="bg1"/>
            </a:solidFill>
          </a:endParaRPr>
        </a:p>
      </dgm:t>
    </dgm:pt>
    <dgm:pt modelId="{8B17F99F-FCB8-4E0A-B6DD-2282DAA37D00}" type="sibTrans" cxnId="{0C946404-E809-4081-932A-0020E2C0EE3D}">
      <dgm:prSet custT="1"/>
      <dgm:spPr/>
      <dgm:t>
        <a:bodyPr/>
        <a:lstStyle/>
        <a:p>
          <a:endParaRPr lang="en-US" sz="1000" b="1">
            <a:solidFill>
              <a:schemeClr val="bg1"/>
            </a:solidFill>
          </a:endParaRPr>
        </a:p>
      </dgm:t>
    </dgm:pt>
    <dgm:pt modelId="{38855099-1905-4F79-8CCD-31204D1AB960}">
      <dgm:prSet phldrT="[Text]" phldr="0" custT="1"/>
      <dgm:spPr/>
      <dgm:t>
        <a:bodyPr/>
        <a:lstStyle/>
        <a:p>
          <a:r>
            <a:rPr lang="en-US" sz="1200" b="1" dirty="0">
              <a:solidFill>
                <a:schemeClr val="bg1"/>
              </a:solidFill>
            </a:rPr>
            <a:t>Manage</a:t>
          </a:r>
        </a:p>
      </dgm:t>
    </dgm:pt>
    <dgm:pt modelId="{0309E77D-20CA-4C7B-BB61-8A693A6CA862}" type="parTrans" cxnId="{FAAF2FE9-44FC-4D34-9060-049C4D2F88DC}">
      <dgm:prSet/>
      <dgm:spPr/>
      <dgm:t>
        <a:bodyPr/>
        <a:lstStyle/>
        <a:p>
          <a:endParaRPr lang="en-US" sz="2000" b="1">
            <a:solidFill>
              <a:schemeClr val="bg1"/>
            </a:solidFill>
          </a:endParaRPr>
        </a:p>
      </dgm:t>
    </dgm:pt>
    <dgm:pt modelId="{1BE69C16-BF18-4576-B0C8-17093FDA8914}" type="sibTrans" cxnId="{FAAF2FE9-44FC-4D34-9060-049C4D2F88DC}">
      <dgm:prSet custT="1"/>
      <dgm:spPr/>
      <dgm:t>
        <a:bodyPr/>
        <a:lstStyle/>
        <a:p>
          <a:endParaRPr lang="en-US" sz="1000" b="1">
            <a:solidFill>
              <a:schemeClr val="bg1"/>
            </a:solidFill>
          </a:endParaRPr>
        </a:p>
      </dgm:t>
    </dgm:pt>
    <dgm:pt modelId="{FC679087-3FB4-4E5B-BC6B-C1319E9C726B}" type="pres">
      <dgm:prSet presAssocID="{EDA263C0-EE2F-4366-9134-696C45648023}" presName="cycle" presStyleCnt="0">
        <dgm:presLayoutVars>
          <dgm:dir/>
          <dgm:resizeHandles val="exact"/>
        </dgm:presLayoutVars>
      </dgm:prSet>
      <dgm:spPr/>
    </dgm:pt>
    <dgm:pt modelId="{1D75FA47-7B0C-4CDF-8CA9-BF907DEF78FD}" type="pres">
      <dgm:prSet presAssocID="{1CF696E8-9051-46C9-9F86-6DCD75FBC9B7}" presName="node" presStyleLbl="node1" presStyleIdx="0" presStyleCnt="5" custScaleX="116633">
        <dgm:presLayoutVars>
          <dgm:bulletEnabled val="1"/>
        </dgm:presLayoutVars>
      </dgm:prSet>
      <dgm:spPr/>
    </dgm:pt>
    <dgm:pt modelId="{BEA5F634-EF32-45E1-B7B5-668F5BAF88A2}" type="pres">
      <dgm:prSet presAssocID="{65D4780A-73B0-44D0-B038-4524459001FB}" presName="sibTrans" presStyleLbl="sibTrans2D1" presStyleIdx="0" presStyleCnt="5"/>
      <dgm:spPr/>
    </dgm:pt>
    <dgm:pt modelId="{EAA376BF-2DF1-48E5-BA57-B69989683ABE}" type="pres">
      <dgm:prSet presAssocID="{65D4780A-73B0-44D0-B038-4524459001FB}" presName="connectorText" presStyleLbl="sibTrans2D1" presStyleIdx="0" presStyleCnt="5"/>
      <dgm:spPr/>
    </dgm:pt>
    <dgm:pt modelId="{DB55DD81-05F5-4974-9AE1-7CE87221E798}" type="pres">
      <dgm:prSet presAssocID="{3F398D3C-2B75-4F3F-8F24-536C53BBCDD1}" presName="node" presStyleLbl="node1" presStyleIdx="1" presStyleCnt="5" custScaleX="116633">
        <dgm:presLayoutVars>
          <dgm:bulletEnabled val="1"/>
        </dgm:presLayoutVars>
      </dgm:prSet>
      <dgm:spPr/>
    </dgm:pt>
    <dgm:pt modelId="{B1E1ACD3-6EA3-4063-80C9-DF89B2BB530E}" type="pres">
      <dgm:prSet presAssocID="{06ECD0EC-0915-46EE-86FB-2B3DEDB40DED}" presName="sibTrans" presStyleLbl="sibTrans2D1" presStyleIdx="1" presStyleCnt="5"/>
      <dgm:spPr/>
    </dgm:pt>
    <dgm:pt modelId="{DAE5BAA0-1560-45C2-A35A-D27DC9B249F6}" type="pres">
      <dgm:prSet presAssocID="{06ECD0EC-0915-46EE-86FB-2B3DEDB40DED}" presName="connectorText" presStyleLbl="sibTrans2D1" presStyleIdx="1" presStyleCnt="5"/>
      <dgm:spPr/>
    </dgm:pt>
    <dgm:pt modelId="{5C353729-11E0-4381-ADFB-B7C642AB34E5}" type="pres">
      <dgm:prSet presAssocID="{FF1F4054-6BB4-4B6A-8E4B-5D3AE4116095}" presName="node" presStyleLbl="node1" presStyleIdx="2" presStyleCnt="5" custScaleX="116633">
        <dgm:presLayoutVars>
          <dgm:bulletEnabled val="1"/>
        </dgm:presLayoutVars>
      </dgm:prSet>
      <dgm:spPr/>
    </dgm:pt>
    <dgm:pt modelId="{D5C2AB2F-7F49-4E35-9F81-4F0745EC9C50}" type="pres">
      <dgm:prSet presAssocID="{B79A86F2-E66C-4AEF-8CCD-DBF5AF3D01FB}" presName="sibTrans" presStyleLbl="sibTrans2D1" presStyleIdx="2" presStyleCnt="5"/>
      <dgm:spPr/>
    </dgm:pt>
    <dgm:pt modelId="{9E6E5E77-8B31-4F9E-AD7E-603A79DD2C86}" type="pres">
      <dgm:prSet presAssocID="{B79A86F2-E66C-4AEF-8CCD-DBF5AF3D01FB}" presName="connectorText" presStyleLbl="sibTrans2D1" presStyleIdx="2" presStyleCnt="5"/>
      <dgm:spPr/>
    </dgm:pt>
    <dgm:pt modelId="{AFFFF243-A2A0-4417-8B14-5F75DD2AC77F}" type="pres">
      <dgm:prSet presAssocID="{71AB97B4-AAF4-4C99-87DF-20848B31FAF5}" presName="node" presStyleLbl="node1" presStyleIdx="3" presStyleCnt="5" custScaleX="116633">
        <dgm:presLayoutVars>
          <dgm:bulletEnabled val="1"/>
        </dgm:presLayoutVars>
      </dgm:prSet>
      <dgm:spPr/>
    </dgm:pt>
    <dgm:pt modelId="{C5AE1C9D-722A-43BE-8CC8-B5AE73CCB3BE}" type="pres">
      <dgm:prSet presAssocID="{8B17F99F-FCB8-4E0A-B6DD-2282DAA37D00}" presName="sibTrans" presStyleLbl="sibTrans2D1" presStyleIdx="3" presStyleCnt="5"/>
      <dgm:spPr/>
    </dgm:pt>
    <dgm:pt modelId="{C36D9C46-12A0-4BA1-B670-421BD1ACF129}" type="pres">
      <dgm:prSet presAssocID="{8B17F99F-FCB8-4E0A-B6DD-2282DAA37D00}" presName="connectorText" presStyleLbl="sibTrans2D1" presStyleIdx="3" presStyleCnt="5"/>
      <dgm:spPr/>
    </dgm:pt>
    <dgm:pt modelId="{DEDBA954-66BD-488A-8493-643BFEFDF428}" type="pres">
      <dgm:prSet presAssocID="{38855099-1905-4F79-8CCD-31204D1AB960}" presName="node" presStyleLbl="node1" presStyleIdx="4" presStyleCnt="5" custScaleX="116633">
        <dgm:presLayoutVars>
          <dgm:bulletEnabled val="1"/>
        </dgm:presLayoutVars>
      </dgm:prSet>
      <dgm:spPr/>
    </dgm:pt>
    <dgm:pt modelId="{EA4C88B1-DA36-4455-A223-63557ED22F22}" type="pres">
      <dgm:prSet presAssocID="{1BE69C16-BF18-4576-B0C8-17093FDA8914}" presName="sibTrans" presStyleLbl="sibTrans2D1" presStyleIdx="4" presStyleCnt="5"/>
      <dgm:spPr/>
    </dgm:pt>
    <dgm:pt modelId="{37E736F6-84A5-4986-95AE-AE1D41CFF4CE}" type="pres">
      <dgm:prSet presAssocID="{1BE69C16-BF18-4576-B0C8-17093FDA8914}" presName="connectorText" presStyleLbl="sibTrans2D1" presStyleIdx="4" presStyleCnt="5"/>
      <dgm:spPr/>
    </dgm:pt>
  </dgm:ptLst>
  <dgm:cxnLst>
    <dgm:cxn modelId="{AA344300-8558-44CE-B368-8C2E28849CC4}" type="presOf" srcId="{1BE69C16-BF18-4576-B0C8-17093FDA8914}" destId="{EA4C88B1-DA36-4455-A223-63557ED22F22}" srcOrd="0" destOrd="0" presId="urn:microsoft.com/office/officeart/2005/8/layout/cycle2"/>
    <dgm:cxn modelId="{0C946404-E809-4081-932A-0020E2C0EE3D}" srcId="{EDA263C0-EE2F-4366-9134-696C45648023}" destId="{71AB97B4-AAF4-4C99-87DF-20848B31FAF5}" srcOrd="3" destOrd="0" parTransId="{EFAC0E68-0879-4C5D-AB89-A3C13A1B3562}" sibTransId="{8B17F99F-FCB8-4E0A-B6DD-2282DAA37D00}"/>
    <dgm:cxn modelId="{7CBB7536-1DC6-4C67-BD1D-F032BDA2A99F}" type="presOf" srcId="{06ECD0EC-0915-46EE-86FB-2B3DEDB40DED}" destId="{DAE5BAA0-1560-45C2-A35A-D27DC9B249F6}" srcOrd="1" destOrd="0" presId="urn:microsoft.com/office/officeart/2005/8/layout/cycle2"/>
    <dgm:cxn modelId="{7F592A67-1A12-4888-B3B5-D190BCB37151}" type="presOf" srcId="{06ECD0EC-0915-46EE-86FB-2B3DEDB40DED}" destId="{B1E1ACD3-6EA3-4063-80C9-DF89B2BB530E}" srcOrd="0" destOrd="0" presId="urn:microsoft.com/office/officeart/2005/8/layout/cycle2"/>
    <dgm:cxn modelId="{F616D24C-9CBC-4549-AA19-2AD78C6224BE}" type="presOf" srcId="{71AB97B4-AAF4-4C99-87DF-20848B31FAF5}" destId="{AFFFF243-A2A0-4417-8B14-5F75DD2AC77F}" srcOrd="0" destOrd="0" presId="urn:microsoft.com/office/officeart/2005/8/layout/cycle2"/>
    <dgm:cxn modelId="{1779F974-BA9F-49FE-A3CC-9382D36E838B}" type="presOf" srcId="{8B17F99F-FCB8-4E0A-B6DD-2282DAA37D00}" destId="{C36D9C46-12A0-4BA1-B670-421BD1ACF129}" srcOrd="1" destOrd="0" presId="urn:microsoft.com/office/officeart/2005/8/layout/cycle2"/>
    <dgm:cxn modelId="{5237E377-2C5F-4BA1-B3C7-A20804D8A7F8}" type="presOf" srcId="{EDA263C0-EE2F-4366-9134-696C45648023}" destId="{FC679087-3FB4-4E5B-BC6B-C1319E9C726B}" srcOrd="0" destOrd="0" presId="urn:microsoft.com/office/officeart/2005/8/layout/cycle2"/>
    <dgm:cxn modelId="{2FE6267A-1C6D-4139-A5E1-4D61B4CD6EDD}" type="presOf" srcId="{8B17F99F-FCB8-4E0A-B6DD-2282DAA37D00}" destId="{C5AE1C9D-722A-43BE-8CC8-B5AE73CCB3BE}" srcOrd="0" destOrd="0" presId="urn:microsoft.com/office/officeart/2005/8/layout/cycle2"/>
    <dgm:cxn modelId="{CE64D18B-FF8D-4FCE-B713-7E70261BF67F}" type="presOf" srcId="{38855099-1905-4F79-8CCD-31204D1AB960}" destId="{DEDBA954-66BD-488A-8493-643BFEFDF428}" srcOrd="0" destOrd="0" presId="urn:microsoft.com/office/officeart/2005/8/layout/cycle2"/>
    <dgm:cxn modelId="{48B85D8D-2E94-4FCA-9AF6-E99DEA55857D}" type="presOf" srcId="{3F398D3C-2B75-4F3F-8F24-536C53BBCDD1}" destId="{DB55DD81-05F5-4974-9AE1-7CE87221E798}" srcOrd="0" destOrd="0" presId="urn:microsoft.com/office/officeart/2005/8/layout/cycle2"/>
    <dgm:cxn modelId="{F462E091-4CD2-47FA-A917-5662106C3EE7}" type="presOf" srcId="{1BE69C16-BF18-4576-B0C8-17093FDA8914}" destId="{37E736F6-84A5-4986-95AE-AE1D41CFF4CE}" srcOrd="1" destOrd="0" presId="urn:microsoft.com/office/officeart/2005/8/layout/cycle2"/>
    <dgm:cxn modelId="{867ADC9C-54CA-43BE-BABC-EBB74918E927}" type="presOf" srcId="{1CF696E8-9051-46C9-9F86-6DCD75FBC9B7}" destId="{1D75FA47-7B0C-4CDF-8CA9-BF907DEF78FD}" srcOrd="0" destOrd="0" presId="urn:microsoft.com/office/officeart/2005/8/layout/cycle2"/>
    <dgm:cxn modelId="{A9EBB7AE-6A6F-4687-944A-FFD1B0B2BB9E}" type="presOf" srcId="{65D4780A-73B0-44D0-B038-4524459001FB}" destId="{EAA376BF-2DF1-48E5-BA57-B69989683ABE}" srcOrd="1" destOrd="0" presId="urn:microsoft.com/office/officeart/2005/8/layout/cycle2"/>
    <dgm:cxn modelId="{0B3B78B3-F911-429C-86F5-B65A633F2D87}" type="presOf" srcId="{B79A86F2-E66C-4AEF-8CCD-DBF5AF3D01FB}" destId="{9E6E5E77-8B31-4F9E-AD7E-603A79DD2C86}" srcOrd="1" destOrd="0" presId="urn:microsoft.com/office/officeart/2005/8/layout/cycle2"/>
    <dgm:cxn modelId="{DAAE87BF-0454-4870-8BFD-434338D4F71B}" type="presOf" srcId="{65D4780A-73B0-44D0-B038-4524459001FB}" destId="{BEA5F634-EF32-45E1-B7B5-668F5BAF88A2}" srcOrd="0" destOrd="0" presId="urn:microsoft.com/office/officeart/2005/8/layout/cycle2"/>
    <dgm:cxn modelId="{DCB42DCE-458A-4CF5-AED4-BA71C57140B9}" srcId="{EDA263C0-EE2F-4366-9134-696C45648023}" destId="{3F398D3C-2B75-4F3F-8F24-536C53BBCDD1}" srcOrd="1" destOrd="0" parTransId="{E68CD0DC-BB2A-490C-B80E-316E761D165C}" sibTransId="{06ECD0EC-0915-46EE-86FB-2B3DEDB40DED}"/>
    <dgm:cxn modelId="{CABE5CD7-FCEA-48ED-BAF6-0AB3CC5A5F53}" type="presOf" srcId="{B79A86F2-E66C-4AEF-8CCD-DBF5AF3D01FB}" destId="{D5C2AB2F-7F49-4E35-9F81-4F0745EC9C50}" srcOrd="0" destOrd="0" presId="urn:microsoft.com/office/officeart/2005/8/layout/cycle2"/>
    <dgm:cxn modelId="{9DB545DA-6B0B-4E9A-8547-69BA0493B2ED}" srcId="{EDA263C0-EE2F-4366-9134-696C45648023}" destId="{FF1F4054-6BB4-4B6A-8E4B-5D3AE4116095}" srcOrd="2" destOrd="0" parTransId="{7B2E9757-BDBD-4AAD-94ED-B719B09623F9}" sibTransId="{B79A86F2-E66C-4AEF-8CCD-DBF5AF3D01FB}"/>
    <dgm:cxn modelId="{6C9EA9DD-FDB7-4E56-8883-A0FDA43D6D06}" type="presOf" srcId="{FF1F4054-6BB4-4B6A-8E4B-5D3AE4116095}" destId="{5C353729-11E0-4381-ADFB-B7C642AB34E5}" srcOrd="0" destOrd="0" presId="urn:microsoft.com/office/officeart/2005/8/layout/cycle2"/>
    <dgm:cxn modelId="{CC84E1E7-CD46-4851-AB7A-2A2939B4EFB0}" srcId="{EDA263C0-EE2F-4366-9134-696C45648023}" destId="{1CF696E8-9051-46C9-9F86-6DCD75FBC9B7}" srcOrd="0" destOrd="0" parTransId="{E0F12A04-E419-463D-85CF-B233B5CC6044}" sibTransId="{65D4780A-73B0-44D0-B038-4524459001FB}"/>
    <dgm:cxn modelId="{FAAF2FE9-44FC-4D34-9060-049C4D2F88DC}" srcId="{EDA263C0-EE2F-4366-9134-696C45648023}" destId="{38855099-1905-4F79-8CCD-31204D1AB960}" srcOrd="4" destOrd="0" parTransId="{0309E77D-20CA-4C7B-BB61-8A693A6CA862}" sibTransId="{1BE69C16-BF18-4576-B0C8-17093FDA8914}"/>
    <dgm:cxn modelId="{B4875C8F-1E47-4724-8080-15BA1039553C}" type="presParOf" srcId="{FC679087-3FB4-4E5B-BC6B-C1319E9C726B}" destId="{1D75FA47-7B0C-4CDF-8CA9-BF907DEF78FD}" srcOrd="0" destOrd="0" presId="urn:microsoft.com/office/officeart/2005/8/layout/cycle2"/>
    <dgm:cxn modelId="{B904A61E-2638-4A86-986C-458712CC04D2}" type="presParOf" srcId="{FC679087-3FB4-4E5B-BC6B-C1319E9C726B}" destId="{BEA5F634-EF32-45E1-B7B5-668F5BAF88A2}" srcOrd="1" destOrd="0" presId="urn:microsoft.com/office/officeart/2005/8/layout/cycle2"/>
    <dgm:cxn modelId="{19A09CF9-3A31-48EF-A86B-00724B3C4D08}" type="presParOf" srcId="{BEA5F634-EF32-45E1-B7B5-668F5BAF88A2}" destId="{EAA376BF-2DF1-48E5-BA57-B69989683ABE}" srcOrd="0" destOrd="0" presId="urn:microsoft.com/office/officeart/2005/8/layout/cycle2"/>
    <dgm:cxn modelId="{0EBDF987-7405-4F5A-9CA7-55332D3642F5}" type="presParOf" srcId="{FC679087-3FB4-4E5B-BC6B-C1319E9C726B}" destId="{DB55DD81-05F5-4974-9AE1-7CE87221E798}" srcOrd="2" destOrd="0" presId="urn:microsoft.com/office/officeart/2005/8/layout/cycle2"/>
    <dgm:cxn modelId="{474AF73E-EFE3-460A-BE2B-36DE9DE508A0}" type="presParOf" srcId="{FC679087-3FB4-4E5B-BC6B-C1319E9C726B}" destId="{B1E1ACD3-6EA3-4063-80C9-DF89B2BB530E}" srcOrd="3" destOrd="0" presId="urn:microsoft.com/office/officeart/2005/8/layout/cycle2"/>
    <dgm:cxn modelId="{85FA08B0-2F8A-43E0-B30A-71C8717D55A7}" type="presParOf" srcId="{B1E1ACD3-6EA3-4063-80C9-DF89B2BB530E}" destId="{DAE5BAA0-1560-45C2-A35A-D27DC9B249F6}" srcOrd="0" destOrd="0" presId="urn:microsoft.com/office/officeart/2005/8/layout/cycle2"/>
    <dgm:cxn modelId="{FD0AF3D0-9C24-427B-A1CC-B59F83A4ED5D}" type="presParOf" srcId="{FC679087-3FB4-4E5B-BC6B-C1319E9C726B}" destId="{5C353729-11E0-4381-ADFB-B7C642AB34E5}" srcOrd="4" destOrd="0" presId="urn:microsoft.com/office/officeart/2005/8/layout/cycle2"/>
    <dgm:cxn modelId="{9E32FF9C-7F05-4CEB-BB9C-B21513C6373F}" type="presParOf" srcId="{FC679087-3FB4-4E5B-BC6B-C1319E9C726B}" destId="{D5C2AB2F-7F49-4E35-9F81-4F0745EC9C50}" srcOrd="5" destOrd="0" presId="urn:microsoft.com/office/officeart/2005/8/layout/cycle2"/>
    <dgm:cxn modelId="{D43A87C0-12C0-432E-8E87-D78D7C98E01B}" type="presParOf" srcId="{D5C2AB2F-7F49-4E35-9F81-4F0745EC9C50}" destId="{9E6E5E77-8B31-4F9E-AD7E-603A79DD2C86}" srcOrd="0" destOrd="0" presId="urn:microsoft.com/office/officeart/2005/8/layout/cycle2"/>
    <dgm:cxn modelId="{7E6AEC29-D6D8-4223-8B5C-FE26D5DB895E}" type="presParOf" srcId="{FC679087-3FB4-4E5B-BC6B-C1319E9C726B}" destId="{AFFFF243-A2A0-4417-8B14-5F75DD2AC77F}" srcOrd="6" destOrd="0" presId="urn:microsoft.com/office/officeart/2005/8/layout/cycle2"/>
    <dgm:cxn modelId="{689C261D-5F16-4AC4-A1BA-E299008198C3}" type="presParOf" srcId="{FC679087-3FB4-4E5B-BC6B-C1319E9C726B}" destId="{C5AE1C9D-722A-43BE-8CC8-B5AE73CCB3BE}" srcOrd="7" destOrd="0" presId="urn:microsoft.com/office/officeart/2005/8/layout/cycle2"/>
    <dgm:cxn modelId="{64131C4A-464E-404E-9A80-77F49A29EA51}" type="presParOf" srcId="{C5AE1C9D-722A-43BE-8CC8-B5AE73CCB3BE}" destId="{C36D9C46-12A0-4BA1-B670-421BD1ACF129}" srcOrd="0" destOrd="0" presId="urn:microsoft.com/office/officeart/2005/8/layout/cycle2"/>
    <dgm:cxn modelId="{906030E7-7C01-4C38-B2F0-10E122318BEC}" type="presParOf" srcId="{FC679087-3FB4-4E5B-BC6B-C1319E9C726B}" destId="{DEDBA954-66BD-488A-8493-643BFEFDF428}" srcOrd="8" destOrd="0" presId="urn:microsoft.com/office/officeart/2005/8/layout/cycle2"/>
    <dgm:cxn modelId="{8C3F1920-2599-406C-88CC-8B6524BEF440}" type="presParOf" srcId="{FC679087-3FB4-4E5B-BC6B-C1319E9C726B}" destId="{EA4C88B1-DA36-4455-A223-63557ED22F22}" srcOrd="9" destOrd="0" presId="urn:microsoft.com/office/officeart/2005/8/layout/cycle2"/>
    <dgm:cxn modelId="{F9E8323F-1AB7-4BB6-B8A7-BC986739E534}" type="presParOf" srcId="{EA4C88B1-DA36-4455-A223-63557ED22F22}" destId="{37E736F6-84A5-4986-95AE-AE1D41CFF4CE}" srcOrd="0" destOrd="0" presId="urn:microsoft.com/office/officeart/2005/8/layout/cycle2"/>
  </dgm:cxnLst>
  <dgm:bg/>
  <dgm:whole/>
  <dgm:extLst>
    <a:ext uri="http://schemas.microsoft.com/office/drawing/2008/diagram">
      <dsp:dataModelExt xmlns:dsp="http://schemas.microsoft.com/office/drawing/2008/diagram" relId="rId10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D75FA47-7B0C-4CDF-8CA9-BF907DEF78FD}">
      <dsp:nvSpPr>
        <dsp:cNvPr id="0" name=""/>
        <dsp:cNvSpPr/>
      </dsp:nvSpPr>
      <dsp:spPr>
        <a:xfrm>
          <a:off x="1969835" y="434"/>
          <a:ext cx="1035611" cy="88792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>
              <a:solidFill>
                <a:schemeClr val="bg1"/>
              </a:solidFill>
            </a:rPr>
            <a:t>Prepare</a:t>
          </a:r>
        </a:p>
      </dsp:txBody>
      <dsp:txXfrm>
        <a:off x="2121497" y="130467"/>
        <a:ext cx="732287" cy="627856"/>
      </dsp:txXfrm>
    </dsp:sp>
    <dsp:sp modelId="{BEA5F634-EF32-45E1-B7B5-668F5BAF88A2}">
      <dsp:nvSpPr>
        <dsp:cNvPr id="0" name=""/>
        <dsp:cNvSpPr/>
      </dsp:nvSpPr>
      <dsp:spPr>
        <a:xfrm rot="2160000">
          <a:off x="2928311" y="683689"/>
          <a:ext cx="189845" cy="299673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b="1" kern="1200">
            <a:solidFill>
              <a:schemeClr val="bg1"/>
            </a:solidFill>
          </a:endParaRPr>
        </a:p>
      </dsp:txBody>
      <dsp:txXfrm>
        <a:off x="2933750" y="726886"/>
        <a:ext cx="132892" cy="179803"/>
      </dsp:txXfrm>
    </dsp:sp>
    <dsp:sp modelId="{DB55DD81-05F5-4974-9AE1-7CE87221E798}">
      <dsp:nvSpPr>
        <dsp:cNvPr id="0" name=""/>
        <dsp:cNvSpPr/>
      </dsp:nvSpPr>
      <dsp:spPr>
        <a:xfrm>
          <a:off x="3049715" y="785012"/>
          <a:ext cx="1035611" cy="887922"/>
        </a:xfrm>
        <a:prstGeom prst="ellipse">
          <a:avLst/>
        </a:prstGeom>
        <a:solidFill>
          <a:schemeClr val="accent3">
            <a:hueOff val="-4581898"/>
            <a:satOff val="0"/>
            <a:lumOff val="-475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>
              <a:solidFill>
                <a:schemeClr val="bg1"/>
              </a:solidFill>
            </a:rPr>
            <a:t>Model</a:t>
          </a:r>
        </a:p>
      </dsp:txBody>
      <dsp:txXfrm>
        <a:off x="3201377" y="915045"/>
        <a:ext cx="732287" cy="627856"/>
      </dsp:txXfrm>
    </dsp:sp>
    <dsp:sp modelId="{B1E1ACD3-6EA3-4063-80C9-DF89B2BB530E}">
      <dsp:nvSpPr>
        <dsp:cNvPr id="0" name=""/>
        <dsp:cNvSpPr/>
      </dsp:nvSpPr>
      <dsp:spPr>
        <a:xfrm rot="6480000">
          <a:off x="3247910" y="1707661"/>
          <a:ext cx="230779" cy="299673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-4581898"/>
            <a:satOff val="0"/>
            <a:lumOff val="-4755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b="1" kern="1200">
            <a:solidFill>
              <a:schemeClr val="bg1"/>
            </a:solidFill>
          </a:endParaRPr>
        </a:p>
      </dsp:txBody>
      <dsp:txXfrm rot="10800000">
        <a:off x="3293224" y="1734673"/>
        <a:ext cx="161545" cy="179803"/>
      </dsp:txXfrm>
    </dsp:sp>
    <dsp:sp modelId="{5C353729-11E0-4381-ADFB-B7C642AB34E5}">
      <dsp:nvSpPr>
        <dsp:cNvPr id="0" name=""/>
        <dsp:cNvSpPr/>
      </dsp:nvSpPr>
      <dsp:spPr>
        <a:xfrm>
          <a:off x="2637237" y="2054486"/>
          <a:ext cx="1035611" cy="887922"/>
        </a:xfrm>
        <a:prstGeom prst="ellipse">
          <a:avLst/>
        </a:prstGeom>
        <a:solidFill>
          <a:schemeClr val="accent3">
            <a:hueOff val="-9163796"/>
            <a:satOff val="0"/>
            <a:lumOff val="-9509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>
              <a:solidFill>
                <a:schemeClr val="bg1"/>
              </a:solidFill>
            </a:rPr>
            <a:t>Visualize</a:t>
          </a:r>
        </a:p>
      </dsp:txBody>
      <dsp:txXfrm>
        <a:off x="2788899" y="2184519"/>
        <a:ext cx="732287" cy="627856"/>
      </dsp:txXfrm>
    </dsp:sp>
    <dsp:sp modelId="{D5C2AB2F-7F49-4E35-9F81-4F0745EC9C50}">
      <dsp:nvSpPr>
        <dsp:cNvPr id="0" name=""/>
        <dsp:cNvSpPr/>
      </dsp:nvSpPr>
      <dsp:spPr>
        <a:xfrm rot="10800000">
          <a:off x="2412843" y="2348610"/>
          <a:ext cx="158572" cy="299673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-9163796"/>
            <a:satOff val="0"/>
            <a:lumOff val="-9509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b="1" kern="1200">
            <a:solidFill>
              <a:schemeClr val="bg1"/>
            </a:solidFill>
          </a:endParaRPr>
        </a:p>
      </dsp:txBody>
      <dsp:txXfrm rot="10800000">
        <a:off x="2460415" y="2408545"/>
        <a:ext cx="111000" cy="179803"/>
      </dsp:txXfrm>
    </dsp:sp>
    <dsp:sp modelId="{AFFFF243-A2A0-4417-8B14-5F75DD2AC77F}">
      <dsp:nvSpPr>
        <dsp:cNvPr id="0" name=""/>
        <dsp:cNvSpPr/>
      </dsp:nvSpPr>
      <dsp:spPr>
        <a:xfrm>
          <a:off x="1302434" y="2054486"/>
          <a:ext cx="1035611" cy="887922"/>
        </a:xfrm>
        <a:prstGeom prst="ellipse">
          <a:avLst/>
        </a:prstGeom>
        <a:solidFill>
          <a:schemeClr val="accent3">
            <a:hueOff val="-13745695"/>
            <a:satOff val="0"/>
            <a:lumOff val="-1426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>
              <a:solidFill>
                <a:schemeClr val="bg1"/>
              </a:solidFill>
            </a:rPr>
            <a:t>Analyze</a:t>
          </a:r>
        </a:p>
      </dsp:txBody>
      <dsp:txXfrm>
        <a:off x="1454096" y="2184519"/>
        <a:ext cx="732287" cy="627856"/>
      </dsp:txXfrm>
    </dsp:sp>
    <dsp:sp modelId="{C5AE1C9D-722A-43BE-8CC8-B5AE73CCB3BE}">
      <dsp:nvSpPr>
        <dsp:cNvPr id="0" name=""/>
        <dsp:cNvSpPr/>
      </dsp:nvSpPr>
      <dsp:spPr>
        <a:xfrm rot="15120000">
          <a:off x="1500629" y="1720085"/>
          <a:ext cx="230779" cy="299673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-13745695"/>
            <a:satOff val="0"/>
            <a:lumOff val="-14264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b="1" kern="1200">
            <a:solidFill>
              <a:schemeClr val="bg1"/>
            </a:solidFill>
          </a:endParaRPr>
        </a:p>
      </dsp:txBody>
      <dsp:txXfrm rot="10800000">
        <a:off x="1545943" y="1812943"/>
        <a:ext cx="161545" cy="179803"/>
      </dsp:txXfrm>
    </dsp:sp>
    <dsp:sp modelId="{DEDBA954-66BD-488A-8493-643BFEFDF428}">
      <dsp:nvSpPr>
        <dsp:cNvPr id="0" name=""/>
        <dsp:cNvSpPr/>
      </dsp:nvSpPr>
      <dsp:spPr>
        <a:xfrm>
          <a:off x="889956" y="785012"/>
          <a:ext cx="1035611" cy="887922"/>
        </a:xfrm>
        <a:prstGeom prst="ellipse">
          <a:avLst/>
        </a:prstGeom>
        <a:solidFill>
          <a:schemeClr val="accent3">
            <a:hueOff val="-18327592"/>
            <a:satOff val="0"/>
            <a:lumOff val="-1901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>
              <a:solidFill>
                <a:schemeClr val="bg1"/>
              </a:solidFill>
            </a:rPr>
            <a:t>Manage</a:t>
          </a:r>
        </a:p>
      </dsp:txBody>
      <dsp:txXfrm>
        <a:off x="1041618" y="915045"/>
        <a:ext cx="732287" cy="627856"/>
      </dsp:txXfrm>
    </dsp:sp>
    <dsp:sp modelId="{EA4C88B1-DA36-4455-A223-63557ED22F22}">
      <dsp:nvSpPr>
        <dsp:cNvPr id="0" name=""/>
        <dsp:cNvSpPr/>
      </dsp:nvSpPr>
      <dsp:spPr>
        <a:xfrm rot="19440000">
          <a:off x="1848432" y="690005"/>
          <a:ext cx="189845" cy="299673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-18327592"/>
            <a:satOff val="0"/>
            <a:lumOff val="-19018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b="1" kern="1200">
            <a:solidFill>
              <a:schemeClr val="bg1"/>
            </a:solidFill>
          </a:endParaRPr>
        </a:p>
      </dsp:txBody>
      <dsp:txXfrm>
        <a:off x="1853871" y="766678"/>
        <a:ext cx="132892" cy="17980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2">
  <dgm:title val=""/>
  <dgm:desc val=""/>
  <dgm:catLst>
    <dgm:cat type="cycle" pri="1000"/>
    <dgm:cat type="convert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op="equ" fact="0.25"/>
      <dgm:constr type="sibSp" refType="w" refFor="ch" refPtType="node" fact="0.5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sibTransForEach" axis="followSib" ptType="sibTrans" hideLastTrans="0" cnt="1">
            <dgm:layoutNode name="sibTrans">
              <dgm:choose name="Name11">
                <dgm:if name="Name12" axis="par ch" ptType="doc node" func="cnt" op="lt" val="3">
                  <dgm:alg type="conn">
                    <dgm:param type="begPts" val="radial"/>
                    <dgm:param type="endPts" val="radial"/>
                  </dgm:alg>
                </dgm:if>
                <dgm:else name="Name13">
                  <dgm:alg type="conn">
                    <dgm:param type="begPts" val="auto"/>
                    <dgm:param type="endPts" val="auto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1.35"/>
                <dgm:constr type="connDist"/>
                <dgm:constr type="w" for="ch" refType="connDist" fact="0.45"/>
                <dgm:constr type="h" for="ch" refType="h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14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0E99E25-5B65-D93A-3010-8B947D67E65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DAEB28A-33CC-6CF5-1214-F2C3205F679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888634-FBA9-41D6-8B35-EE3A7D816B7C}" type="datetimeFigureOut">
              <a:rPr lang="en-US" smtClean="0"/>
              <a:t>1/10/2026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D63414-6160-FF79-B3F6-CD615625C84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83E93F-BDEC-C5F7-2553-8324882C419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97C78D2-97D1-4B37-BDD1-08A09BD4CA9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913595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EA28068-AFBD-4979-B752-9EB6F90B1386}" type="datetimeFigureOut">
              <a:rPr lang="en-US" smtClean="0"/>
              <a:t>1/10/2026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5939589-3E79-4C82-AA4A-FE78234FAA5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49689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939589-3E79-4C82-AA4A-FE78234FAA59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17961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Slide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0159" y="357809"/>
            <a:ext cx="7983110" cy="3080335"/>
          </a:xfrm>
        </p:spPr>
        <p:txBody>
          <a:bodyPr lIns="0" tIns="0" rIns="0" bIns="0" anchor="b"/>
          <a:lstStyle>
            <a:lvl1pPr algn="l">
              <a:lnSpc>
                <a:spcPts val="5400"/>
              </a:lnSpc>
              <a:defRPr sz="5400" b="1" i="0" cap="all" spc="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E825845-66DD-4B77-A729-CD97D156FE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280160" y="3496322"/>
            <a:ext cx="0" cy="33528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22749162-63A5-5BF9-895E-B0577A6C4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8161510" y="2744546"/>
            <a:ext cx="465456" cy="581432"/>
            <a:chOff x="7843462" y="2744546"/>
            <a:chExt cx="465456" cy="581432"/>
          </a:xfrm>
        </p:grpSpPr>
        <p:sp>
          <p:nvSpPr>
            <p:cNvPr id="19" name="Graphic 12">
              <a:extLst>
                <a:ext uri="{FF2B5EF4-FFF2-40B4-BE49-F238E27FC236}">
                  <a16:creationId xmlns:a16="http://schemas.microsoft.com/office/drawing/2014/main" id="{818B4386-1FCF-4ACE-BE25-AF9CC5E2256F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" name="Graphic 13">
              <a:extLst>
                <a:ext uri="{FF2B5EF4-FFF2-40B4-BE49-F238E27FC236}">
                  <a16:creationId xmlns:a16="http://schemas.microsoft.com/office/drawing/2014/main" id="{19319560-50ED-4963-A2CF-74663239D426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" name="Graphic 15">
              <a:extLst>
                <a:ext uri="{FF2B5EF4-FFF2-40B4-BE49-F238E27FC236}">
                  <a16:creationId xmlns:a16="http://schemas.microsoft.com/office/drawing/2014/main" id="{E5ABBDAD-943D-48F3-9C80-B29C48966C79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1379060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image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16544" y="614202"/>
            <a:ext cx="5918072" cy="2276856"/>
          </a:xfrm>
        </p:spPr>
        <p:txBody>
          <a:bodyPr lIns="0" tIns="0" rIns="0" bIns="0" anchor="b"/>
          <a:lstStyle>
            <a:lvl1pPr algn="r">
              <a:lnSpc>
                <a:spcPts val="4000"/>
              </a:lnSpc>
              <a:defRPr sz="4000" b="1" cap="all" spc="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C738AB3-8054-6E21-C34C-36AF3A31AC4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34120D15-E48C-4FBE-BB95-24DB36D9F45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280160" y="2530058"/>
            <a:ext cx="3707972" cy="3707971"/>
          </a:xfrm>
          <a:custGeom>
            <a:avLst/>
            <a:gdLst>
              <a:gd name="connsiteX0" fmla="*/ 1853986 w 3707972"/>
              <a:gd name="connsiteY0" fmla="*/ 0 h 3707971"/>
              <a:gd name="connsiteX1" fmla="*/ 3707972 w 3707972"/>
              <a:gd name="connsiteY1" fmla="*/ 1853986 h 3707971"/>
              <a:gd name="connsiteX2" fmla="*/ 2043545 w 3707972"/>
              <a:gd name="connsiteY2" fmla="*/ 3698400 h 3707971"/>
              <a:gd name="connsiteX3" fmla="*/ 1854006 w 3707972"/>
              <a:gd name="connsiteY3" fmla="*/ 3707971 h 3707971"/>
              <a:gd name="connsiteX4" fmla="*/ 1853966 w 3707972"/>
              <a:gd name="connsiteY4" fmla="*/ 3707971 h 3707971"/>
              <a:gd name="connsiteX5" fmla="*/ 1664427 w 3707972"/>
              <a:gd name="connsiteY5" fmla="*/ 3698400 h 3707971"/>
              <a:gd name="connsiteX6" fmla="*/ 0 w 3707972"/>
              <a:gd name="connsiteY6" fmla="*/ 1853986 h 3707971"/>
              <a:gd name="connsiteX7" fmla="*/ 1853986 w 3707972"/>
              <a:gd name="connsiteY7" fmla="*/ 0 h 37079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707972" h="3707971">
                <a:moveTo>
                  <a:pt x="1853986" y="0"/>
                </a:moveTo>
                <a:cubicBezTo>
                  <a:pt x="2877914" y="0"/>
                  <a:pt x="3707972" y="830058"/>
                  <a:pt x="3707972" y="1853986"/>
                </a:cubicBezTo>
                <a:cubicBezTo>
                  <a:pt x="3707972" y="2813919"/>
                  <a:pt x="2978429" y="3603458"/>
                  <a:pt x="2043545" y="3698400"/>
                </a:cubicBezTo>
                <a:lnTo>
                  <a:pt x="1854006" y="3707971"/>
                </a:lnTo>
                <a:lnTo>
                  <a:pt x="1853966" y="3707971"/>
                </a:lnTo>
                <a:lnTo>
                  <a:pt x="1664427" y="3698400"/>
                </a:lnTo>
                <a:cubicBezTo>
                  <a:pt x="729543" y="3603458"/>
                  <a:pt x="0" y="2813919"/>
                  <a:pt x="0" y="1853986"/>
                </a:cubicBezTo>
                <a:cubicBezTo>
                  <a:pt x="0" y="830058"/>
                  <a:pt x="830058" y="0"/>
                  <a:pt x="1853986" y="0"/>
                </a:cubicBezTo>
                <a:close/>
              </a:path>
            </a:pathLst>
          </a:custGeom>
        </p:spPr>
        <p:txBody>
          <a:bodyPr wrap="square" tIns="914400" anchor="t">
            <a:noAutofit/>
          </a:bodyPr>
          <a:lstStyle>
            <a:lvl1pPr algn="ctr">
              <a:buNone/>
              <a:defRPr sz="16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FD1B85-4BEF-C1C1-5619-B82E9E44A9F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116548" y="3161752"/>
            <a:ext cx="5918068" cy="3144965"/>
          </a:xfrm>
        </p:spPr>
        <p:txBody>
          <a:bodyPr lIns="0" tIns="0" rIns="0" bIns="0">
            <a:normAutofit/>
          </a:bodyPr>
          <a:lstStyle>
            <a:lvl1pPr marL="0" indent="0" algn="r">
              <a:spcBef>
                <a:spcPts val="1200"/>
              </a:spcBef>
              <a:buNone/>
              <a:defRPr sz="2400">
                <a:solidFill>
                  <a:schemeClr val="bg1"/>
                </a:solidFill>
              </a:defRPr>
            </a:lvl1pPr>
            <a:lvl2pPr marL="457200" indent="0" algn="r">
              <a:spcBef>
                <a:spcPts val="1200"/>
              </a:spcBef>
              <a:buNone/>
              <a:defRPr sz="2400">
                <a:solidFill>
                  <a:schemeClr val="bg1"/>
                </a:solidFill>
              </a:defRPr>
            </a:lvl2pPr>
            <a:lvl3pPr marL="914400" indent="0" algn="r">
              <a:spcBef>
                <a:spcPts val="1200"/>
              </a:spcBef>
              <a:buNone/>
              <a:defRPr sz="2400">
                <a:solidFill>
                  <a:schemeClr val="bg1"/>
                </a:solidFill>
              </a:defRPr>
            </a:lvl3pPr>
            <a:lvl4pPr marL="1371600" indent="0" algn="r">
              <a:spcBef>
                <a:spcPts val="1200"/>
              </a:spcBef>
              <a:buNone/>
              <a:defRPr sz="2400">
                <a:solidFill>
                  <a:schemeClr val="bg1"/>
                </a:solidFill>
              </a:defRPr>
            </a:lvl4pPr>
            <a:lvl5pPr marL="1828800" indent="0" algn="r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3AE7F8D-AE68-4A83-BAB5-3A97D473CE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Graphic 12">
            <a:extLst>
              <a:ext uri="{FF2B5EF4-FFF2-40B4-BE49-F238E27FC236}">
                <a16:creationId xmlns:a16="http://schemas.microsoft.com/office/drawing/2014/main" id="{EA1B6985-3E5A-40F4-9268-D4AB3BBF8C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745394" y="2760277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bg1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Graphic 13">
            <a:extLst>
              <a:ext uri="{FF2B5EF4-FFF2-40B4-BE49-F238E27FC236}">
                <a16:creationId xmlns:a16="http://schemas.microsoft.com/office/drawing/2014/main" id="{338BC906-9D03-4280-85E8-21A81BC21D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386614" y="2530982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bg1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Graphic 15">
            <a:extLst>
              <a:ext uri="{FF2B5EF4-FFF2-40B4-BE49-F238E27FC236}">
                <a16:creationId xmlns:a16="http://schemas.microsoft.com/office/drawing/2014/main" id="{C5C06D53-C9F6-47E8-BFE1-B8193A1AED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652402" y="6031572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bg1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E9872E9-2F0D-2FEB-0974-F0BBBC5E0331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7238999" y="6356350"/>
            <a:ext cx="3795615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07687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Picture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0159" y="3386775"/>
            <a:ext cx="8311102" cy="3080335"/>
          </a:xfrm>
        </p:spPr>
        <p:txBody>
          <a:bodyPr lIns="0" tIns="274320" rIns="0" bIns="0" anchor="t" anchorCtr="0"/>
          <a:lstStyle>
            <a:lvl1pPr algn="l">
              <a:lnSpc>
                <a:spcPts val="5400"/>
              </a:lnSpc>
              <a:defRPr sz="5400" b="1" i="0" cap="all" spc="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E825845-66DD-4B77-A729-CD97D156FE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280160" y="0"/>
            <a:ext cx="0" cy="33528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22749162-63A5-5BF9-895E-B0577A6C4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9670435">
            <a:off x="7632743" y="794953"/>
            <a:ext cx="465456" cy="581432"/>
            <a:chOff x="7843462" y="2744546"/>
            <a:chExt cx="465456" cy="581432"/>
          </a:xfrm>
        </p:grpSpPr>
        <p:sp>
          <p:nvSpPr>
            <p:cNvPr id="19" name="Graphic 12">
              <a:extLst>
                <a:ext uri="{FF2B5EF4-FFF2-40B4-BE49-F238E27FC236}">
                  <a16:creationId xmlns:a16="http://schemas.microsoft.com/office/drawing/2014/main" id="{818B4386-1FCF-4ACE-BE25-AF9CC5E2256F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" name="Graphic 13">
              <a:extLst>
                <a:ext uri="{FF2B5EF4-FFF2-40B4-BE49-F238E27FC236}">
                  <a16:creationId xmlns:a16="http://schemas.microsoft.com/office/drawing/2014/main" id="{19319560-50ED-4963-A2CF-74663239D426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" name="Graphic 15">
              <a:extLst>
                <a:ext uri="{FF2B5EF4-FFF2-40B4-BE49-F238E27FC236}">
                  <a16:creationId xmlns:a16="http://schemas.microsoft.com/office/drawing/2014/main" id="{E5ABBDAD-943D-48F3-9C80-B29C48966C79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3" name="Picture Placeholder 14">
            <a:extLst>
              <a:ext uri="{FF2B5EF4-FFF2-40B4-BE49-F238E27FC236}">
                <a16:creationId xmlns:a16="http://schemas.microsoft.com/office/drawing/2014/main" id="{01D87F51-D69B-9038-0566-4FDC355AB6F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197587" y="411831"/>
            <a:ext cx="3521337" cy="3521344"/>
          </a:xfrm>
          <a:custGeom>
            <a:avLst/>
            <a:gdLst>
              <a:gd name="connsiteX0" fmla="*/ 2133823 w 4266960"/>
              <a:gd name="connsiteY0" fmla="*/ 0 h 4266968"/>
              <a:gd name="connsiteX1" fmla="*/ 4256628 w 4266960"/>
              <a:gd name="connsiteY1" fmla="*/ 1915652 h 4266968"/>
              <a:gd name="connsiteX2" fmla="*/ 4266960 w 4266960"/>
              <a:gd name="connsiteY2" fmla="*/ 2120258 h 4266968"/>
              <a:gd name="connsiteX3" fmla="*/ 4266960 w 4266960"/>
              <a:gd name="connsiteY3" fmla="*/ 2147389 h 4266968"/>
              <a:gd name="connsiteX4" fmla="*/ 4256628 w 4266960"/>
              <a:gd name="connsiteY4" fmla="*/ 2351994 h 4266968"/>
              <a:gd name="connsiteX5" fmla="*/ 2351994 w 4266960"/>
              <a:gd name="connsiteY5" fmla="*/ 4256629 h 4266968"/>
              <a:gd name="connsiteX6" fmla="*/ 2147230 w 4266960"/>
              <a:gd name="connsiteY6" fmla="*/ 4266968 h 4266968"/>
              <a:gd name="connsiteX7" fmla="*/ 2120416 w 4266960"/>
              <a:gd name="connsiteY7" fmla="*/ 4266968 h 4266968"/>
              <a:gd name="connsiteX8" fmla="*/ 1915652 w 4266960"/>
              <a:gd name="connsiteY8" fmla="*/ 4256629 h 4266968"/>
              <a:gd name="connsiteX9" fmla="*/ 0 w 4266960"/>
              <a:gd name="connsiteY9" fmla="*/ 2133823 h 4266968"/>
              <a:gd name="connsiteX10" fmla="*/ 2133823 w 4266960"/>
              <a:gd name="connsiteY10" fmla="*/ 0 h 4266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66960" h="4266968">
                <a:moveTo>
                  <a:pt x="2133823" y="0"/>
                </a:moveTo>
                <a:cubicBezTo>
                  <a:pt x="3238644" y="0"/>
                  <a:pt x="4147355" y="839660"/>
                  <a:pt x="4256628" y="1915652"/>
                </a:cubicBezTo>
                <a:lnTo>
                  <a:pt x="4266960" y="2120258"/>
                </a:lnTo>
                <a:lnTo>
                  <a:pt x="4266960" y="2147389"/>
                </a:lnTo>
                <a:lnTo>
                  <a:pt x="4256628" y="2351994"/>
                </a:lnTo>
                <a:cubicBezTo>
                  <a:pt x="4154640" y="3356254"/>
                  <a:pt x="3356253" y="4154640"/>
                  <a:pt x="2351994" y="4256629"/>
                </a:cubicBezTo>
                <a:lnTo>
                  <a:pt x="2147230" y="4266968"/>
                </a:lnTo>
                <a:lnTo>
                  <a:pt x="2120416" y="4266968"/>
                </a:lnTo>
                <a:lnTo>
                  <a:pt x="1915652" y="4256629"/>
                </a:lnTo>
                <a:cubicBezTo>
                  <a:pt x="839660" y="4147356"/>
                  <a:pt x="0" y="3238645"/>
                  <a:pt x="0" y="2133823"/>
                </a:cubicBezTo>
                <a:cubicBezTo>
                  <a:pt x="0" y="955346"/>
                  <a:pt x="955346" y="0"/>
                  <a:pt x="2133823" y="0"/>
                </a:cubicBezTo>
                <a:close/>
              </a:path>
            </a:pathLst>
          </a:custGeom>
        </p:spPr>
        <p:txBody>
          <a:bodyPr wrap="square" tIns="914400" anchor="t" anchorCtr="0">
            <a:noAutofit/>
          </a:bodyPr>
          <a:lstStyle>
            <a:lvl1pPr algn="ctr">
              <a:buNone/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9512396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title + Picture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280159" y="640080"/>
            <a:ext cx="10302240" cy="1852046"/>
          </a:xfrm>
        </p:spPr>
        <p:txBody>
          <a:bodyPr lIns="0" tIns="0" rIns="0" bIns="0" anchor="b"/>
          <a:lstStyle>
            <a:lvl1pPr algn="l">
              <a:lnSpc>
                <a:spcPts val="5400"/>
              </a:lnSpc>
              <a:defRPr sz="5400" b="1" i="0" cap="all" spc="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80FBD9-0977-4B2B-9318-30774BB0947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280158" y="2588447"/>
            <a:ext cx="7853678" cy="726645"/>
          </a:xfrm>
        </p:spPr>
        <p:txBody>
          <a:bodyPr lIns="0" tIns="0" rIns="0" bIns="0" anchor="t" anchorCtr="0">
            <a:normAutofit/>
          </a:bodyPr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E825845-66DD-4B77-A729-CD97D156FE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280160" y="3496322"/>
            <a:ext cx="0" cy="33528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22749162-63A5-5BF9-895E-B0577A6C4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7659974" y="4456458"/>
            <a:ext cx="465456" cy="581432"/>
            <a:chOff x="7843462" y="2744546"/>
            <a:chExt cx="465456" cy="581432"/>
          </a:xfrm>
        </p:grpSpPr>
        <p:sp>
          <p:nvSpPr>
            <p:cNvPr id="19" name="Graphic 12">
              <a:extLst>
                <a:ext uri="{FF2B5EF4-FFF2-40B4-BE49-F238E27FC236}">
                  <a16:creationId xmlns:a16="http://schemas.microsoft.com/office/drawing/2014/main" id="{818B4386-1FCF-4ACE-BE25-AF9CC5E2256F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" name="Graphic 13">
              <a:extLst>
                <a:ext uri="{FF2B5EF4-FFF2-40B4-BE49-F238E27FC236}">
                  <a16:creationId xmlns:a16="http://schemas.microsoft.com/office/drawing/2014/main" id="{19319560-50ED-4963-A2CF-74663239D426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" name="Graphic 15">
              <a:extLst>
                <a:ext uri="{FF2B5EF4-FFF2-40B4-BE49-F238E27FC236}">
                  <a16:creationId xmlns:a16="http://schemas.microsoft.com/office/drawing/2014/main" id="{E5ABBDAD-943D-48F3-9C80-B29C48966C79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5DDB7824-50BA-B12F-AD49-CA8953CA3A0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536252" y="3205313"/>
            <a:ext cx="3043077" cy="3043083"/>
          </a:xfrm>
          <a:custGeom>
            <a:avLst/>
            <a:gdLst>
              <a:gd name="connsiteX0" fmla="*/ 2133823 w 4266960"/>
              <a:gd name="connsiteY0" fmla="*/ 0 h 4266968"/>
              <a:gd name="connsiteX1" fmla="*/ 4256628 w 4266960"/>
              <a:gd name="connsiteY1" fmla="*/ 1915652 h 4266968"/>
              <a:gd name="connsiteX2" fmla="*/ 4266960 w 4266960"/>
              <a:gd name="connsiteY2" fmla="*/ 2120258 h 4266968"/>
              <a:gd name="connsiteX3" fmla="*/ 4266960 w 4266960"/>
              <a:gd name="connsiteY3" fmla="*/ 2147389 h 4266968"/>
              <a:gd name="connsiteX4" fmla="*/ 4256628 w 4266960"/>
              <a:gd name="connsiteY4" fmla="*/ 2351994 h 4266968"/>
              <a:gd name="connsiteX5" fmla="*/ 2351994 w 4266960"/>
              <a:gd name="connsiteY5" fmla="*/ 4256629 h 4266968"/>
              <a:gd name="connsiteX6" fmla="*/ 2147230 w 4266960"/>
              <a:gd name="connsiteY6" fmla="*/ 4266968 h 4266968"/>
              <a:gd name="connsiteX7" fmla="*/ 2120416 w 4266960"/>
              <a:gd name="connsiteY7" fmla="*/ 4266968 h 4266968"/>
              <a:gd name="connsiteX8" fmla="*/ 1915652 w 4266960"/>
              <a:gd name="connsiteY8" fmla="*/ 4256629 h 4266968"/>
              <a:gd name="connsiteX9" fmla="*/ 0 w 4266960"/>
              <a:gd name="connsiteY9" fmla="*/ 2133823 h 4266968"/>
              <a:gd name="connsiteX10" fmla="*/ 2133823 w 4266960"/>
              <a:gd name="connsiteY10" fmla="*/ 0 h 4266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66960" h="4266968">
                <a:moveTo>
                  <a:pt x="2133823" y="0"/>
                </a:moveTo>
                <a:cubicBezTo>
                  <a:pt x="3238644" y="0"/>
                  <a:pt x="4147355" y="839660"/>
                  <a:pt x="4256628" y="1915652"/>
                </a:cubicBezTo>
                <a:lnTo>
                  <a:pt x="4266960" y="2120258"/>
                </a:lnTo>
                <a:lnTo>
                  <a:pt x="4266960" y="2147389"/>
                </a:lnTo>
                <a:lnTo>
                  <a:pt x="4256628" y="2351994"/>
                </a:lnTo>
                <a:cubicBezTo>
                  <a:pt x="4154640" y="3356254"/>
                  <a:pt x="3356253" y="4154640"/>
                  <a:pt x="2351994" y="4256629"/>
                </a:cubicBezTo>
                <a:lnTo>
                  <a:pt x="2147230" y="4266968"/>
                </a:lnTo>
                <a:lnTo>
                  <a:pt x="2120416" y="4266968"/>
                </a:lnTo>
                <a:lnTo>
                  <a:pt x="1915652" y="4256629"/>
                </a:lnTo>
                <a:cubicBezTo>
                  <a:pt x="839660" y="4147356"/>
                  <a:pt x="0" y="3238645"/>
                  <a:pt x="0" y="2133823"/>
                </a:cubicBezTo>
                <a:cubicBezTo>
                  <a:pt x="0" y="955346"/>
                  <a:pt x="955346" y="0"/>
                  <a:pt x="2133823" y="0"/>
                </a:cubicBezTo>
                <a:close/>
              </a:path>
            </a:pathLst>
          </a:custGeom>
        </p:spPr>
        <p:txBody>
          <a:bodyPr wrap="square" tIns="914400" anchor="t" anchorCtr="0">
            <a:noAutofit/>
          </a:bodyPr>
          <a:lstStyle>
            <a:lvl1pPr algn="ctr">
              <a:buNone/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6526456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imag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96CF8C-1EA0-4E47-AC60-CAC3B80A3C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14800" y="640080"/>
            <a:ext cx="7498080" cy="1280160"/>
          </a:xfrm>
        </p:spPr>
        <p:txBody>
          <a:bodyPr lIns="0" tIns="0" rIns="0" bIns="0" anchor="b" anchorCtr="0"/>
          <a:lstStyle>
            <a:lvl1pPr>
              <a:defRPr sz="4000" b="1" cap="all" spc="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66FD4D-815A-431C-ADEF-DE6F236F6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4632" y="722376"/>
            <a:ext cx="520991" cy="517379"/>
          </a:xfrm>
        </p:spPr>
        <p:txBody>
          <a:bodyPr anchor="t" anchorCtr="0"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E62FC6D8-DD87-4B93-8491-43C84EE63FE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317615" y="895646"/>
            <a:ext cx="1956925" cy="1956928"/>
          </a:xfrm>
          <a:custGeom>
            <a:avLst/>
            <a:gdLst>
              <a:gd name="connsiteX0" fmla="*/ 2133823 w 4266960"/>
              <a:gd name="connsiteY0" fmla="*/ 0 h 4266968"/>
              <a:gd name="connsiteX1" fmla="*/ 4256628 w 4266960"/>
              <a:gd name="connsiteY1" fmla="*/ 1915652 h 4266968"/>
              <a:gd name="connsiteX2" fmla="*/ 4266960 w 4266960"/>
              <a:gd name="connsiteY2" fmla="*/ 2120258 h 4266968"/>
              <a:gd name="connsiteX3" fmla="*/ 4266960 w 4266960"/>
              <a:gd name="connsiteY3" fmla="*/ 2147389 h 4266968"/>
              <a:gd name="connsiteX4" fmla="*/ 4256628 w 4266960"/>
              <a:gd name="connsiteY4" fmla="*/ 2351994 h 4266968"/>
              <a:gd name="connsiteX5" fmla="*/ 2351994 w 4266960"/>
              <a:gd name="connsiteY5" fmla="*/ 4256629 h 4266968"/>
              <a:gd name="connsiteX6" fmla="*/ 2147230 w 4266960"/>
              <a:gd name="connsiteY6" fmla="*/ 4266968 h 4266968"/>
              <a:gd name="connsiteX7" fmla="*/ 2120416 w 4266960"/>
              <a:gd name="connsiteY7" fmla="*/ 4266968 h 4266968"/>
              <a:gd name="connsiteX8" fmla="*/ 1915652 w 4266960"/>
              <a:gd name="connsiteY8" fmla="*/ 4256629 h 4266968"/>
              <a:gd name="connsiteX9" fmla="*/ 0 w 4266960"/>
              <a:gd name="connsiteY9" fmla="*/ 2133823 h 4266968"/>
              <a:gd name="connsiteX10" fmla="*/ 2133823 w 4266960"/>
              <a:gd name="connsiteY10" fmla="*/ 0 h 4266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66960" h="4266968">
                <a:moveTo>
                  <a:pt x="2133823" y="0"/>
                </a:moveTo>
                <a:cubicBezTo>
                  <a:pt x="3238644" y="0"/>
                  <a:pt x="4147355" y="839660"/>
                  <a:pt x="4256628" y="1915652"/>
                </a:cubicBezTo>
                <a:lnTo>
                  <a:pt x="4266960" y="2120258"/>
                </a:lnTo>
                <a:lnTo>
                  <a:pt x="4266960" y="2147389"/>
                </a:lnTo>
                <a:lnTo>
                  <a:pt x="4256628" y="2351994"/>
                </a:lnTo>
                <a:cubicBezTo>
                  <a:pt x="4154640" y="3356254"/>
                  <a:pt x="3356253" y="4154640"/>
                  <a:pt x="2351994" y="4256629"/>
                </a:cubicBezTo>
                <a:lnTo>
                  <a:pt x="2147230" y="4266968"/>
                </a:lnTo>
                <a:lnTo>
                  <a:pt x="2120416" y="4266968"/>
                </a:lnTo>
                <a:lnTo>
                  <a:pt x="1915652" y="4256629"/>
                </a:lnTo>
                <a:cubicBezTo>
                  <a:pt x="839660" y="4147356"/>
                  <a:pt x="0" y="3238645"/>
                  <a:pt x="0" y="2133823"/>
                </a:cubicBezTo>
                <a:cubicBezTo>
                  <a:pt x="0" y="955346"/>
                  <a:pt x="955346" y="0"/>
                  <a:pt x="2133823" y="0"/>
                </a:cubicBezTo>
                <a:close/>
              </a:path>
            </a:pathLst>
          </a:custGeom>
        </p:spPr>
        <p:txBody>
          <a:bodyPr wrap="square" tIns="91440" anchor="t" anchorCtr="0">
            <a:noAutofit/>
          </a:bodyPr>
          <a:lstStyle>
            <a:lvl1pPr algn="ctr">
              <a:buNone/>
              <a:defRPr sz="1800"/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CABF8-19D8-4F3C-994F-4D35EC7A2C3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14800" y="2194560"/>
            <a:ext cx="7498080" cy="4023360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10000"/>
              </a:lnSpc>
              <a:buNone/>
              <a:defRPr sz="1800"/>
            </a:lvl1pPr>
            <a:lvl2pPr marL="228600">
              <a:defRPr sz="1600"/>
            </a:lvl2pPr>
            <a:lvl3pPr marL="457200">
              <a:defRPr sz="1400"/>
            </a:lvl3pPr>
            <a:lvl4pPr marL="685800">
              <a:defRPr sz="1200"/>
            </a:lvl4pPr>
            <a:lvl5pPr>
              <a:defRPr sz="1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58B5E78-A531-681D-1312-F21B52D066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2970685" y="620661"/>
            <a:ext cx="403448" cy="381782"/>
            <a:chOff x="10969280" y="1780012"/>
            <a:chExt cx="403448" cy="381782"/>
          </a:xfrm>
        </p:grpSpPr>
        <p:sp>
          <p:nvSpPr>
            <p:cNvPr id="17" name="Graphic 10">
              <a:extLst>
                <a:ext uri="{FF2B5EF4-FFF2-40B4-BE49-F238E27FC236}">
                  <a16:creationId xmlns:a16="http://schemas.microsoft.com/office/drawing/2014/main" id="{AAD06B87-D9B2-4F94-B734-A8F039A203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1281590" y="2070656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accent2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" name="Graphic 11">
              <a:extLst>
                <a:ext uri="{FF2B5EF4-FFF2-40B4-BE49-F238E27FC236}">
                  <a16:creationId xmlns:a16="http://schemas.microsoft.com/office/drawing/2014/main" id="{BB13A13C-36EA-4B13-9175-C5FE95B34D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0969280" y="1780012"/>
              <a:ext cx="139039" cy="139039"/>
            </a:xfrm>
            <a:custGeom>
              <a:avLst/>
              <a:gdLst>
                <a:gd name="connsiteX0" fmla="*/ 129602 w 139039"/>
                <a:gd name="connsiteY0" fmla="*/ 60082 h 139039"/>
                <a:gd name="connsiteX1" fmla="*/ 78957 w 139039"/>
                <a:gd name="connsiteY1" fmla="*/ 60082 h 139039"/>
                <a:gd name="connsiteX2" fmla="*/ 78957 w 139039"/>
                <a:gd name="connsiteY2" fmla="*/ 9437 h 139039"/>
                <a:gd name="connsiteX3" fmla="*/ 69520 w 139039"/>
                <a:gd name="connsiteY3" fmla="*/ 0 h 139039"/>
                <a:gd name="connsiteX4" fmla="*/ 60082 w 139039"/>
                <a:gd name="connsiteY4" fmla="*/ 9437 h 139039"/>
                <a:gd name="connsiteX5" fmla="*/ 60082 w 139039"/>
                <a:gd name="connsiteY5" fmla="*/ 60082 h 139039"/>
                <a:gd name="connsiteX6" fmla="*/ 9437 w 139039"/>
                <a:gd name="connsiteY6" fmla="*/ 60082 h 139039"/>
                <a:gd name="connsiteX7" fmla="*/ 0 w 139039"/>
                <a:gd name="connsiteY7" fmla="*/ 69520 h 139039"/>
                <a:gd name="connsiteX8" fmla="*/ 9437 w 139039"/>
                <a:gd name="connsiteY8" fmla="*/ 78957 h 139039"/>
                <a:gd name="connsiteX9" fmla="*/ 60082 w 139039"/>
                <a:gd name="connsiteY9" fmla="*/ 78957 h 139039"/>
                <a:gd name="connsiteX10" fmla="*/ 60082 w 139039"/>
                <a:gd name="connsiteY10" fmla="*/ 129602 h 139039"/>
                <a:gd name="connsiteX11" fmla="*/ 69520 w 139039"/>
                <a:gd name="connsiteY11" fmla="*/ 139039 h 139039"/>
                <a:gd name="connsiteX12" fmla="*/ 78957 w 139039"/>
                <a:gd name="connsiteY12" fmla="*/ 129602 h 139039"/>
                <a:gd name="connsiteX13" fmla="*/ 78957 w 139039"/>
                <a:gd name="connsiteY13" fmla="*/ 78957 h 139039"/>
                <a:gd name="connsiteX14" fmla="*/ 129602 w 139039"/>
                <a:gd name="connsiteY14" fmla="*/ 78957 h 139039"/>
                <a:gd name="connsiteX15" fmla="*/ 139039 w 139039"/>
                <a:gd name="connsiteY15" fmla="*/ 69520 h 139039"/>
                <a:gd name="connsiteX16" fmla="*/ 129602 w 139039"/>
                <a:gd name="connsiteY16" fmla="*/ 60082 h 1390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9" h="139039">
                  <a:moveTo>
                    <a:pt x="129602" y="60082"/>
                  </a:moveTo>
                  <a:lnTo>
                    <a:pt x="78957" y="60082"/>
                  </a:lnTo>
                  <a:lnTo>
                    <a:pt x="78957" y="9437"/>
                  </a:lnTo>
                  <a:cubicBezTo>
                    <a:pt x="78957" y="4225"/>
                    <a:pt x="74731" y="0"/>
                    <a:pt x="69520" y="0"/>
                  </a:cubicBezTo>
                  <a:cubicBezTo>
                    <a:pt x="64308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8"/>
                    <a:pt x="0" y="69520"/>
                  </a:cubicBezTo>
                  <a:cubicBezTo>
                    <a:pt x="0" y="74731"/>
                    <a:pt x="4225" y="78957"/>
                    <a:pt x="9437" y="78957"/>
                  </a:cubicBezTo>
                  <a:lnTo>
                    <a:pt x="60082" y="78957"/>
                  </a:lnTo>
                  <a:lnTo>
                    <a:pt x="60082" y="129602"/>
                  </a:lnTo>
                  <a:cubicBezTo>
                    <a:pt x="60082" y="134814"/>
                    <a:pt x="64308" y="139039"/>
                    <a:pt x="69520" y="139039"/>
                  </a:cubicBezTo>
                  <a:cubicBezTo>
                    <a:pt x="74731" y="139039"/>
                    <a:pt x="78957" y="134814"/>
                    <a:pt x="78957" y="129602"/>
                  </a:cubicBezTo>
                  <a:lnTo>
                    <a:pt x="78957" y="78957"/>
                  </a:lnTo>
                  <a:lnTo>
                    <a:pt x="129602" y="78957"/>
                  </a:lnTo>
                  <a:cubicBezTo>
                    <a:pt x="134814" y="78957"/>
                    <a:pt x="139039" y="74731"/>
                    <a:pt x="139039" y="69520"/>
                  </a:cubicBezTo>
                  <a:cubicBezTo>
                    <a:pt x="139039" y="64308"/>
                    <a:pt x="134814" y="60082"/>
                    <a:pt x="129602" y="60082"/>
                  </a:cubicBezTo>
                  <a:close/>
                </a:path>
              </a:pathLst>
            </a:custGeom>
            <a:solidFill>
              <a:schemeClr val="accent2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4" name="Footer Placeholder 8">
            <a:extLst>
              <a:ext uri="{FF2B5EF4-FFF2-40B4-BE49-F238E27FC236}">
                <a16:creationId xmlns:a16="http://schemas.microsoft.com/office/drawing/2014/main" id="{5189CAD3-7011-6481-11F8-05B5CB106F0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1280160" y="6356350"/>
            <a:ext cx="4114800" cy="365125"/>
          </a:xfrm>
        </p:spPr>
        <p:txBody>
          <a:bodyPr lIns="0" rIns="91440"/>
          <a:lstStyle>
            <a:lvl1pPr algn="l">
              <a:defRPr/>
            </a:lvl1pPr>
          </a:lstStyle>
          <a:p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B7CB27F-7A56-A747-A4D6-5627C24638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71113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+ Subtitle slide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18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280159" y="3383280"/>
            <a:ext cx="10302240" cy="1852046"/>
          </a:xfrm>
        </p:spPr>
        <p:txBody>
          <a:bodyPr lIns="0" tIns="274320" rIns="0" bIns="0" anchor="t" anchorCtr="0"/>
          <a:lstStyle>
            <a:lvl1pPr algn="l">
              <a:lnSpc>
                <a:spcPts val="5400"/>
              </a:lnSpc>
              <a:defRPr sz="5400" b="1" i="0" cap="all" spc="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80FBD9-0977-4B2B-9318-30774BB0947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280158" y="2966886"/>
            <a:ext cx="10302237" cy="397191"/>
          </a:xfrm>
        </p:spPr>
        <p:txBody>
          <a:bodyPr lIns="0" tIns="0" rIns="0" bIns="0" anchor="b" anchorCtr="0">
            <a:normAutofit/>
          </a:bodyPr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2749162-63A5-5BF9-895E-B0577A6C4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0897692" y="620298"/>
            <a:ext cx="465456" cy="581432"/>
            <a:chOff x="7843462" y="2744546"/>
            <a:chExt cx="465456" cy="581432"/>
          </a:xfrm>
        </p:grpSpPr>
        <p:sp>
          <p:nvSpPr>
            <p:cNvPr id="19" name="Graphic 12">
              <a:extLst>
                <a:ext uri="{FF2B5EF4-FFF2-40B4-BE49-F238E27FC236}">
                  <a16:creationId xmlns:a16="http://schemas.microsoft.com/office/drawing/2014/main" id="{818B4386-1FCF-4ACE-BE25-AF9CC5E2256F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" name="Graphic 13">
              <a:extLst>
                <a:ext uri="{FF2B5EF4-FFF2-40B4-BE49-F238E27FC236}">
                  <a16:creationId xmlns:a16="http://schemas.microsoft.com/office/drawing/2014/main" id="{19319560-50ED-4963-A2CF-74663239D426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" name="Graphic 15">
              <a:extLst>
                <a:ext uri="{FF2B5EF4-FFF2-40B4-BE49-F238E27FC236}">
                  <a16:creationId xmlns:a16="http://schemas.microsoft.com/office/drawing/2014/main" id="{E5ABBDAD-943D-48F3-9C80-B29C48966C79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7912362-D30D-7B0B-BA94-0993B1EBC4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280160" y="0"/>
            <a:ext cx="0" cy="2775857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76449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057AE-3B3B-4261-B912-BF9EB9A58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80160" y="685800"/>
            <a:ext cx="9137012" cy="1280160"/>
          </a:xfrm>
        </p:spPr>
        <p:txBody>
          <a:bodyPr lIns="0" tIns="0" rIns="0" bIns="0"/>
          <a:lstStyle>
            <a:lvl1pPr>
              <a:defRPr sz="4000" b="1" cap="all" spc="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0F91A5DB-A2CA-1D70-9A06-3869A288C9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E39CA1-2B6D-427E-9688-9093D5865CB7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280160" y="2327440"/>
            <a:ext cx="4846320" cy="4040574"/>
          </a:xfrm>
        </p:spPr>
        <p:txBody>
          <a:bodyPr lIns="0" tIns="0" rIns="0" bIns="0">
            <a:normAutofit/>
          </a:bodyPr>
          <a:lstStyle>
            <a:lvl1pPr marL="0" indent="0">
              <a:spcAft>
                <a:spcPts val="0"/>
              </a:spcAft>
              <a:buNone/>
              <a:defRPr sz="1800"/>
            </a:lvl1pPr>
            <a:lvl2pPr marL="228600">
              <a:spcBef>
                <a:spcPts val="1200"/>
              </a:spcBef>
              <a:defRPr sz="1800"/>
            </a:lvl2pPr>
            <a:lvl3pPr marL="685800">
              <a:spcBef>
                <a:spcPts val="1200"/>
              </a:spcBef>
              <a:defRPr sz="1800"/>
            </a:lvl3pPr>
            <a:lvl4pPr marL="1143000">
              <a:spcBef>
                <a:spcPts val="1200"/>
              </a:spcBef>
              <a:defRPr sz="1800"/>
            </a:lvl4pPr>
            <a:lvl5pPr marL="1600200">
              <a:spcBef>
                <a:spcPts val="12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7EA593-3036-4FB5-94B4-D9431DF04871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6723402" y="2327441"/>
            <a:ext cx="4846320" cy="4040574"/>
          </a:xfrm>
        </p:spPr>
        <p:txBody>
          <a:bodyPr lIns="0" tIns="0" rIns="0" bIns="0">
            <a:normAutofit/>
          </a:bodyPr>
          <a:lstStyle>
            <a:lvl1pPr marL="0" indent="0">
              <a:spcAft>
                <a:spcPts val="0"/>
              </a:spcAft>
              <a:buNone/>
              <a:defRPr sz="1800"/>
            </a:lvl1pPr>
            <a:lvl2pPr marL="228600">
              <a:spcBef>
                <a:spcPts val="1200"/>
              </a:spcBef>
              <a:defRPr sz="1800"/>
            </a:lvl2pPr>
            <a:lvl3pPr marL="685800">
              <a:spcBef>
                <a:spcPts val="1200"/>
              </a:spcBef>
              <a:defRPr sz="1800"/>
            </a:lvl3pPr>
            <a:lvl4pPr marL="1143000">
              <a:spcBef>
                <a:spcPts val="1200"/>
              </a:spcBef>
              <a:defRPr sz="1800"/>
            </a:lvl4pPr>
            <a:lvl5pPr marL="1600200">
              <a:spcBef>
                <a:spcPts val="12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60F34ED-DA60-4CC2-B735-B0EC5D9FEA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Graphic 15">
            <a:extLst>
              <a:ext uri="{FF2B5EF4-FFF2-40B4-BE49-F238E27FC236}">
                <a16:creationId xmlns:a16="http://schemas.microsoft.com/office/drawing/2014/main" id="{A9475260-301F-4744-B1DA-7B00F6FB43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508317" y="492206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accent2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Graphic 16">
            <a:extLst>
              <a:ext uri="{FF2B5EF4-FFF2-40B4-BE49-F238E27FC236}">
                <a16:creationId xmlns:a16="http://schemas.microsoft.com/office/drawing/2014/main" id="{9BBD3F4B-0836-48C5-AC68-747456D1DD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477944" y="1055581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accent2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Graphic 14">
            <a:extLst>
              <a:ext uri="{FF2B5EF4-FFF2-40B4-BE49-F238E27FC236}">
                <a16:creationId xmlns:a16="http://schemas.microsoft.com/office/drawing/2014/main" id="{9B4398D5-99F4-4F83-AA77-9B4177648C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41555" y="446637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accent2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6D6A69CF-70D6-AB12-CD8B-FD75B7EE14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356350"/>
            <a:ext cx="4114800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75955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9EFE408-BFE1-16DC-F7C6-47F55C171A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12992" y="0"/>
            <a:ext cx="5779008" cy="6858000"/>
          </a:xfrm>
          <a:prstGeom prst="rect">
            <a:avLst/>
          </a:prstGeom>
          <a:gradFill flip="none" rotWithShape="1">
            <a:gsLst>
              <a:gs pos="100000">
                <a:schemeClr val="accent4"/>
              </a:gs>
              <a:gs pos="0">
                <a:schemeClr val="accent2"/>
              </a:gs>
            </a:gsLst>
            <a:lin ang="4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F057AE-3B3B-4261-B912-BF9EB9A58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5572" y="685800"/>
            <a:ext cx="4754880" cy="5670550"/>
          </a:xfrm>
        </p:spPr>
        <p:txBody>
          <a:bodyPr lIns="0" tIns="0" rIns="0" bIns="0" anchor="ctr" anchorCtr="0"/>
          <a:lstStyle>
            <a:lvl1pPr algn="l">
              <a:defRPr sz="4000" b="1" cap="all" spc="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2" name="Slide Number Placeholder 21">
            <a:extLst>
              <a:ext uri="{FF2B5EF4-FFF2-40B4-BE49-F238E27FC236}">
                <a16:creationId xmlns:a16="http://schemas.microsoft.com/office/drawing/2014/main" id="{4C0ED5DD-6381-0FFD-7B45-D21179A39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Content Placeholder 5">
            <a:extLst>
              <a:ext uri="{FF2B5EF4-FFF2-40B4-BE49-F238E27FC236}">
                <a16:creationId xmlns:a16="http://schemas.microsoft.com/office/drawing/2014/main" id="{F042E432-AE48-385B-DEA1-32129394CE76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1279526" y="1533524"/>
            <a:ext cx="4663440" cy="1895475"/>
          </a:xfrm>
        </p:spPr>
        <p:txBody>
          <a:bodyPr lIns="0" tIns="0" rIns="0" bIns="0" anchor="t" anchorCtr="0">
            <a:noAutofit/>
          </a:bodyPr>
          <a:lstStyle>
            <a:lvl1pPr marL="342900" indent="-512064">
              <a:spcBef>
                <a:spcPts val="1000"/>
              </a:spcBef>
              <a:buFont typeface="+mj-lt"/>
              <a:buAutoNum type="arabicPeriod"/>
              <a:defRPr sz="1800"/>
            </a:lvl1pPr>
            <a:lvl2pPr marL="1028700" indent="-342900">
              <a:spcBef>
                <a:spcPts val="1200"/>
              </a:spcBef>
              <a:buFont typeface="+mj-lt"/>
              <a:buAutoNum type="alphaLcPeriod"/>
              <a:defRPr sz="1800"/>
            </a:lvl2pPr>
            <a:lvl3pPr marL="1257300" indent="-342900">
              <a:spcBef>
                <a:spcPts val="1200"/>
              </a:spcBef>
              <a:buFont typeface="+mj-lt"/>
              <a:buAutoNum type="arabicParenR"/>
              <a:defRPr sz="1800"/>
            </a:lvl3pPr>
            <a:lvl4pPr marL="1714500" indent="-342900">
              <a:spcBef>
                <a:spcPts val="1200"/>
              </a:spcBef>
              <a:buFont typeface="+mj-lt"/>
              <a:buAutoNum type="alphaLcParenR"/>
              <a:defRPr sz="1800"/>
            </a:lvl4pPr>
            <a:lvl5pPr marL="2228850" indent="-400050">
              <a:spcBef>
                <a:spcPts val="1200"/>
              </a:spcBef>
              <a:buFont typeface="+mj-lt"/>
              <a:buAutoNum type="romanLcPeriod"/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DF111B2E-0535-57E2-FE92-620F9307A956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280160" y="3482974"/>
            <a:ext cx="4663440" cy="1190033"/>
          </a:xfrm>
        </p:spPr>
        <p:txBody>
          <a:bodyPr lIns="0" tIns="0" rIns="0" bIns="0" anchor="t" anchorCtr="0">
            <a:noAutofit/>
          </a:bodyPr>
          <a:lstStyle>
            <a:lvl1pPr marL="0" indent="0">
              <a:spcBef>
                <a:spcPts val="1200"/>
              </a:spcBef>
              <a:buNone/>
              <a:defRPr sz="1800"/>
            </a:lvl1pPr>
            <a:lvl2pPr marL="457200" indent="0">
              <a:spcBef>
                <a:spcPts val="1200"/>
              </a:spcBef>
              <a:buNone/>
              <a:defRPr sz="1600"/>
            </a:lvl2pPr>
            <a:lvl3pPr marL="914400" indent="0">
              <a:spcBef>
                <a:spcPts val="1200"/>
              </a:spcBef>
              <a:buNone/>
              <a:defRPr sz="1400"/>
            </a:lvl3pPr>
            <a:lvl4pPr marL="1371600" indent="0">
              <a:spcBef>
                <a:spcPts val="1200"/>
              </a:spcBef>
              <a:buNone/>
              <a:defRPr sz="1200"/>
            </a:lvl4pPr>
            <a:lvl5pPr marL="1828800" indent="0">
              <a:spcBef>
                <a:spcPts val="1200"/>
              </a:spcBef>
              <a:buNone/>
              <a:defRPr sz="1200"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7EA593-3036-4FB5-94B4-D9431DF04871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1280160" y="4692058"/>
            <a:ext cx="4663440" cy="1584918"/>
          </a:xfrm>
        </p:spPr>
        <p:txBody>
          <a:bodyPr lIns="0" tIns="0" rIns="0" bIns="0" anchor="t" anchorCtr="0">
            <a:noAutofit/>
          </a:bodyPr>
          <a:lstStyle>
            <a:lvl1pPr>
              <a:spcBef>
                <a:spcPts val="1200"/>
              </a:spcBef>
              <a:defRPr sz="1800"/>
            </a:lvl1pPr>
            <a:lvl2pPr>
              <a:spcBef>
                <a:spcPts val="1200"/>
              </a:spcBef>
              <a:defRPr sz="1600"/>
            </a:lvl2pPr>
            <a:lvl3pPr>
              <a:spcBef>
                <a:spcPts val="1200"/>
              </a:spcBef>
              <a:defRPr sz="1400"/>
            </a:lvl3pPr>
            <a:lvl4pPr>
              <a:spcBef>
                <a:spcPts val="1200"/>
              </a:spcBef>
              <a:defRPr sz="1200"/>
            </a:lvl4pPr>
            <a:lvl5pPr>
              <a:spcBef>
                <a:spcPts val="1200"/>
              </a:spcBef>
              <a:defRPr sz="12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1" name="Footer Placeholder 20">
            <a:extLst>
              <a:ext uri="{FF2B5EF4-FFF2-40B4-BE49-F238E27FC236}">
                <a16:creationId xmlns:a16="http://schemas.microsoft.com/office/drawing/2014/main" id="{34C23E1A-9E5E-DA12-8E11-83F486766E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356350"/>
            <a:ext cx="4114800" cy="365125"/>
          </a:xfrm>
        </p:spPr>
        <p:txBody>
          <a:bodyPr lIns="0" rIns="91440"/>
          <a:lstStyle>
            <a:lvl1pPr algn="l">
              <a:defRPr/>
            </a:lvl1pPr>
          </a:lstStyle>
          <a:p>
            <a:endParaRPr lang="en-US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3FE6E42-6A8F-C459-87EE-E2A5BAFA85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93202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0160" y="301752"/>
            <a:ext cx="4663438" cy="2441448"/>
          </a:xfrm>
        </p:spPr>
        <p:txBody>
          <a:bodyPr lIns="0" tIns="0" rIns="0" bIns="0" anchor="ctr" anchorCtr="0"/>
          <a:lstStyle>
            <a:lvl1pPr algn="l">
              <a:lnSpc>
                <a:spcPts val="4000"/>
              </a:lnSpc>
              <a:spcBef>
                <a:spcPts val="1000"/>
              </a:spcBef>
              <a:defRPr sz="4000" b="1" i="0" cap="all" spc="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01EAA4-F44C-4C1F-B8E3-1A3005300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4632" y="726630"/>
            <a:ext cx="520991" cy="517379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FB40175-FA51-DA14-A5B2-CD06DE6ECC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280161" y="2777067"/>
            <a:ext cx="4663440" cy="3550581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10000"/>
              </a:lnSpc>
              <a:buNone/>
              <a:defRPr sz="1800"/>
            </a:lvl1pPr>
            <a:lvl2pPr marL="228600">
              <a:lnSpc>
                <a:spcPct val="110000"/>
              </a:lnSpc>
              <a:defRPr sz="1600"/>
            </a:lvl2pPr>
            <a:lvl3pPr marL="457200">
              <a:lnSpc>
                <a:spcPct val="110000"/>
              </a:lnSpc>
              <a:defRPr sz="1400"/>
            </a:lvl3pPr>
            <a:lvl4pPr marL="685800">
              <a:lnSpc>
                <a:spcPct val="110000"/>
              </a:lnSpc>
              <a:defRPr sz="1200"/>
            </a:lvl4pPr>
            <a:lvl5pPr marL="914400">
              <a:lnSpc>
                <a:spcPct val="110000"/>
              </a:lnSpc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15930B2-E36D-4D05-A6B3-CA1BF61D50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12089" y="0"/>
            <a:ext cx="5779911" cy="6858000"/>
          </a:xfrm>
          <a:prstGeom prst="rect">
            <a:avLst/>
          </a:prstGeom>
          <a:gradFill flip="none" rotWithShape="1">
            <a:gsLst>
              <a:gs pos="100000">
                <a:schemeClr val="accent4"/>
              </a:gs>
              <a:gs pos="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9CEC7E0F-60E8-418B-978D-C607C82E97F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695553" y="301752"/>
            <a:ext cx="5221224" cy="6263640"/>
          </a:xfrm>
        </p:spPr>
        <p:txBody>
          <a:bodyPr tIns="914400" anchor="t" anchorCtr="0"/>
          <a:lstStyle>
            <a:lvl1pPr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10" name="Footer Placeholder 8">
            <a:extLst>
              <a:ext uri="{FF2B5EF4-FFF2-40B4-BE49-F238E27FC236}">
                <a16:creationId xmlns:a16="http://schemas.microsoft.com/office/drawing/2014/main" id="{7A4AE671-C203-0370-2888-FC8F7D444D1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1280160" y="6356350"/>
            <a:ext cx="4434825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792BFA8-57AD-0B5C-2534-1E862B58DA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5127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868079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ima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80159" y="640080"/>
            <a:ext cx="4815836" cy="2103120"/>
          </a:xfrm>
        </p:spPr>
        <p:txBody>
          <a:bodyPr lIns="0" tIns="0" rIns="0" bIns="0" anchor="ctr" anchorCtr="0"/>
          <a:lstStyle>
            <a:lvl1pPr algn="l">
              <a:defRPr sz="4000" b="1" cap="all" spc="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6183E8BD-29F0-8F9F-FC7D-73F8067BCDDF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C983CA3-739C-6C20-AFE0-0997370354B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531427" y="640080"/>
            <a:ext cx="5122889" cy="2103120"/>
          </a:xfrm>
        </p:spPr>
        <p:txBody>
          <a:bodyPr lIns="0" tIns="0" rIns="0" bIns="0" anchor="ctr" anchorCtr="0">
            <a:normAutofit/>
          </a:bodyPr>
          <a:lstStyle>
            <a:lvl1pPr marL="0" indent="0">
              <a:lnSpc>
                <a:spcPct val="110000"/>
              </a:lnSpc>
              <a:buNone/>
              <a:defRPr sz="1800">
                <a:solidFill>
                  <a:schemeClr val="tx1"/>
                </a:solidFill>
              </a:defRPr>
            </a:lvl1pPr>
            <a:lvl2pPr marL="228600">
              <a:lnSpc>
                <a:spcPct val="100000"/>
              </a:lnSpc>
              <a:defRPr sz="1600">
                <a:solidFill>
                  <a:schemeClr val="tx1"/>
                </a:solidFill>
              </a:defRPr>
            </a:lvl2pPr>
            <a:lvl3pPr marL="457200">
              <a:lnSpc>
                <a:spcPct val="100000"/>
              </a:lnSpc>
              <a:defRPr sz="1400">
                <a:solidFill>
                  <a:schemeClr val="tx1"/>
                </a:solidFill>
              </a:defRPr>
            </a:lvl3pPr>
            <a:lvl4pPr marL="685800">
              <a:lnSpc>
                <a:spcPct val="100000"/>
              </a:lnSpc>
              <a:defRPr sz="1200">
                <a:solidFill>
                  <a:schemeClr val="tx1"/>
                </a:solidFill>
              </a:defRPr>
            </a:lvl4pPr>
            <a:lvl5pPr>
              <a:defRPr sz="1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BC9F29C-BBE9-AFB4-AFC6-30BCA4EB2A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BC4D286-C480-B4CF-4406-CACC323F9FAD}"/>
              </a:ext>
            </a:extLst>
          </p:cNvPr>
          <p:cNvSpPr>
            <a:spLocks noGrp="1"/>
          </p:cNvSpPr>
          <p:nvPr>
            <p:ph idx="21" hasCustomPrompt="1"/>
          </p:nvPr>
        </p:nvSpPr>
        <p:spPr>
          <a:xfrm>
            <a:off x="1280160" y="3017520"/>
            <a:ext cx="10374152" cy="3208866"/>
          </a:xfrm>
        </p:spPr>
        <p:txBody>
          <a:bodyPr/>
          <a:lstStyle/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0BEE2817-4518-D59A-BD13-29A3D4FE64F0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7539516" y="6356350"/>
            <a:ext cx="4114800" cy="365125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89052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057AE-3B3B-4261-B912-BF9EB9A58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0159" y="4970638"/>
            <a:ext cx="9144000" cy="1280160"/>
          </a:xfrm>
        </p:spPr>
        <p:txBody>
          <a:bodyPr lIns="0" tIns="0" rIns="0" bIns="0" anchor="b" anchorCtr="0"/>
          <a:lstStyle>
            <a:lvl1pPr algn="l">
              <a:defRPr sz="4000" b="1" cap="all" spc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2" name="Slide Number Placeholder 21">
            <a:extLst>
              <a:ext uri="{FF2B5EF4-FFF2-40B4-BE49-F238E27FC236}">
                <a16:creationId xmlns:a16="http://schemas.microsoft.com/office/drawing/2014/main" id="{F0626849-9D2D-3C95-8C10-FA8F325FE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E39CA1-2B6D-427E-9688-9093D5865CB7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280160" y="685800"/>
            <a:ext cx="4937760" cy="4023360"/>
          </a:xfrm>
        </p:spPr>
        <p:txBody>
          <a:bodyPr lIns="0" tIns="0" rIns="0" bIns="0">
            <a:noAutofit/>
          </a:bodyPr>
          <a:lstStyle>
            <a:lvl1pPr marL="0" indent="0">
              <a:spcBef>
                <a:spcPts val="1200"/>
              </a:spcBef>
              <a:buNone/>
              <a:defRPr sz="1800"/>
            </a:lvl1pPr>
            <a:lvl2pPr marL="457200">
              <a:spcBef>
                <a:spcPts val="1200"/>
              </a:spcBef>
              <a:defRPr sz="1800"/>
            </a:lvl2pPr>
            <a:lvl3pPr marL="914400">
              <a:spcBef>
                <a:spcPts val="1200"/>
              </a:spcBef>
              <a:defRPr sz="1800"/>
            </a:lvl3pPr>
            <a:lvl4pPr marL="1371600">
              <a:spcBef>
                <a:spcPts val="1200"/>
              </a:spcBef>
              <a:defRPr sz="1800"/>
            </a:lvl4pPr>
            <a:lvl5pPr marL="1828800">
              <a:spcBef>
                <a:spcPts val="12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7EA593-3036-4FB5-94B4-D9431DF04871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6704755" y="685800"/>
            <a:ext cx="4937760" cy="4023360"/>
          </a:xfrm>
        </p:spPr>
        <p:txBody>
          <a:bodyPr lIns="0" tIns="0" rIns="0" bIns="0">
            <a:noAutofit/>
          </a:bodyPr>
          <a:lstStyle>
            <a:lvl1pPr>
              <a:spcBef>
                <a:spcPts val="1200"/>
              </a:spcBef>
              <a:defRPr sz="1800"/>
            </a:lvl1pPr>
            <a:lvl2pPr>
              <a:spcBef>
                <a:spcPts val="1200"/>
              </a:spcBef>
              <a:defRPr sz="1800"/>
            </a:lvl2pPr>
            <a:lvl3pPr>
              <a:spcBef>
                <a:spcPts val="1200"/>
              </a:spcBef>
              <a:defRPr sz="1800"/>
            </a:lvl3pPr>
            <a:lvl4pPr>
              <a:spcBef>
                <a:spcPts val="1200"/>
              </a:spcBef>
              <a:defRPr sz="1800"/>
            </a:lvl4pPr>
            <a:lvl5pPr>
              <a:spcBef>
                <a:spcPts val="12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717D91C-F78C-0E4C-FB27-7112AB840A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322570" y="5680647"/>
            <a:ext cx="465456" cy="581432"/>
            <a:chOff x="7843462" y="2744546"/>
            <a:chExt cx="465456" cy="581432"/>
          </a:xfrm>
        </p:grpSpPr>
        <p:sp>
          <p:nvSpPr>
            <p:cNvPr id="15" name="Graphic 12">
              <a:extLst>
                <a:ext uri="{FF2B5EF4-FFF2-40B4-BE49-F238E27FC236}">
                  <a16:creationId xmlns:a16="http://schemas.microsoft.com/office/drawing/2014/main" id="{CC935CF3-75DF-0DC7-1B2A-E0E0205DF64B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" name="Graphic 13">
              <a:extLst>
                <a:ext uri="{FF2B5EF4-FFF2-40B4-BE49-F238E27FC236}">
                  <a16:creationId xmlns:a16="http://schemas.microsoft.com/office/drawing/2014/main" id="{D5782BEB-6319-DEC1-F9ED-BA9201C6B9B7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" name="Graphic 15">
              <a:extLst>
                <a:ext uri="{FF2B5EF4-FFF2-40B4-BE49-F238E27FC236}">
                  <a16:creationId xmlns:a16="http://schemas.microsoft.com/office/drawing/2014/main" id="{6E59DFAF-9794-BD12-D89A-422FFFFCE023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1" name="Footer Placeholder 20">
            <a:extLst>
              <a:ext uri="{FF2B5EF4-FFF2-40B4-BE49-F238E27FC236}">
                <a16:creationId xmlns:a16="http://schemas.microsoft.com/office/drawing/2014/main" id="{36444A47-BCB3-5C86-F2B8-25092BE8D9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356350"/>
            <a:ext cx="4114800" cy="365125"/>
          </a:xfrm>
        </p:spPr>
        <p:txBody>
          <a:bodyPr lIns="0" rIns="91440"/>
          <a:lstStyle>
            <a:lvl1pPr algn="l">
              <a:defRPr/>
            </a:lvl1pPr>
          </a:lstStyle>
          <a:p>
            <a:endParaRPr lang="en-US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648C53D-49AB-C003-70E8-5117AF0797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96BC1DE-6696-3408-564E-2D73B12663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5400000">
            <a:off x="10711518" y="5393214"/>
            <a:ext cx="1097341" cy="736658"/>
            <a:chOff x="10508317" y="446637"/>
            <a:chExt cx="1097341" cy="736658"/>
          </a:xfrm>
        </p:grpSpPr>
        <p:sp>
          <p:nvSpPr>
            <p:cNvPr id="25" name="Graphic 15">
              <a:extLst>
                <a:ext uri="{FF2B5EF4-FFF2-40B4-BE49-F238E27FC236}">
                  <a16:creationId xmlns:a16="http://schemas.microsoft.com/office/drawing/2014/main" id="{268EB1E4-29D6-C3F5-BCBB-FB7E7EE5C2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0508317" y="492206"/>
              <a:ext cx="139039" cy="139039"/>
            </a:xfrm>
            <a:custGeom>
              <a:avLst/>
              <a:gdLst>
                <a:gd name="connsiteX0" fmla="*/ 129602 w 139039"/>
                <a:gd name="connsiteY0" fmla="*/ 60082 h 139039"/>
                <a:gd name="connsiteX1" fmla="*/ 78957 w 139039"/>
                <a:gd name="connsiteY1" fmla="*/ 60082 h 139039"/>
                <a:gd name="connsiteX2" fmla="*/ 78957 w 139039"/>
                <a:gd name="connsiteY2" fmla="*/ 9437 h 139039"/>
                <a:gd name="connsiteX3" fmla="*/ 69520 w 139039"/>
                <a:gd name="connsiteY3" fmla="*/ 0 h 139039"/>
                <a:gd name="connsiteX4" fmla="*/ 60082 w 139039"/>
                <a:gd name="connsiteY4" fmla="*/ 9437 h 139039"/>
                <a:gd name="connsiteX5" fmla="*/ 60082 w 139039"/>
                <a:gd name="connsiteY5" fmla="*/ 60082 h 139039"/>
                <a:gd name="connsiteX6" fmla="*/ 9437 w 139039"/>
                <a:gd name="connsiteY6" fmla="*/ 60082 h 139039"/>
                <a:gd name="connsiteX7" fmla="*/ 0 w 139039"/>
                <a:gd name="connsiteY7" fmla="*/ 69520 h 139039"/>
                <a:gd name="connsiteX8" fmla="*/ 9437 w 139039"/>
                <a:gd name="connsiteY8" fmla="*/ 78957 h 139039"/>
                <a:gd name="connsiteX9" fmla="*/ 60082 w 139039"/>
                <a:gd name="connsiteY9" fmla="*/ 78957 h 139039"/>
                <a:gd name="connsiteX10" fmla="*/ 60082 w 139039"/>
                <a:gd name="connsiteY10" fmla="*/ 129602 h 139039"/>
                <a:gd name="connsiteX11" fmla="*/ 69520 w 139039"/>
                <a:gd name="connsiteY11" fmla="*/ 139039 h 139039"/>
                <a:gd name="connsiteX12" fmla="*/ 78957 w 139039"/>
                <a:gd name="connsiteY12" fmla="*/ 129602 h 139039"/>
                <a:gd name="connsiteX13" fmla="*/ 78957 w 139039"/>
                <a:gd name="connsiteY13" fmla="*/ 78957 h 139039"/>
                <a:gd name="connsiteX14" fmla="*/ 129602 w 139039"/>
                <a:gd name="connsiteY14" fmla="*/ 78957 h 139039"/>
                <a:gd name="connsiteX15" fmla="*/ 139039 w 139039"/>
                <a:gd name="connsiteY15" fmla="*/ 69520 h 139039"/>
                <a:gd name="connsiteX16" fmla="*/ 129602 w 139039"/>
                <a:gd name="connsiteY16" fmla="*/ 60082 h 1390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9" h="139039">
                  <a:moveTo>
                    <a:pt x="129602" y="60082"/>
                  </a:moveTo>
                  <a:lnTo>
                    <a:pt x="78957" y="60082"/>
                  </a:lnTo>
                  <a:lnTo>
                    <a:pt x="78957" y="9437"/>
                  </a:lnTo>
                  <a:cubicBezTo>
                    <a:pt x="78957" y="4225"/>
                    <a:pt x="74731" y="0"/>
                    <a:pt x="69520" y="0"/>
                  </a:cubicBezTo>
                  <a:cubicBezTo>
                    <a:pt x="64308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8"/>
                    <a:pt x="0" y="69520"/>
                  </a:cubicBezTo>
                  <a:cubicBezTo>
                    <a:pt x="0" y="74731"/>
                    <a:pt x="4225" y="78957"/>
                    <a:pt x="9437" y="78957"/>
                  </a:cubicBezTo>
                  <a:lnTo>
                    <a:pt x="60082" y="78957"/>
                  </a:lnTo>
                  <a:lnTo>
                    <a:pt x="60082" y="129602"/>
                  </a:lnTo>
                  <a:cubicBezTo>
                    <a:pt x="60082" y="134814"/>
                    <a:pt x="64308" y="139039"/>
                    <a:pt x="69520" y="139039"/>
                  </a:cubicBezTo>
                  <a:cubicBezTo>
                    <a:pt x="74731" y="139039"/>
                    <a:pt x="78957" y="134814"/>
                    <a:pt x="78957" y="129602"/>
                  </a:cubicBezTo>
                  <a:lnTo>
                    <a:pt x="78957" y="78957"/>
                  </a:lnTo>
                  <a:lnTo>
                    <a:pt x="129602" y="78957"/>
                  </a:lnTo>
                  <a:cubicBezTo>
                    <a:pt x="134814" y="78957"/>
                    <a:pt x="139039" y="74731"/>
                    <a:pt x="139039" y="69520"/>
                  </a:cubicBezTo>
                  <a:cubicBezTo>
                    <a:pt x="139039" y="64308"/>
                    <a:pt x="134814" y="60082"/>
                    <a:pt x="129602" y="60082"/>
                  </a:cubicBezTo>
                  <a:close/>
                </a:path>
              </a:pathLst>
            </a:custGeom>
            <a:solidFill>
              <a:schemeClr val="accent2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" name="Graphic 16">
              <a:extLst>
                <a:ext uri="{FF2B5EF4-FFF2-40B4-BE49-F238E27FC236}">
                  <a16:creationId xmlns:a16="http://schemas.microsoft.com/office/drawing/2014/main" id="{09524D46-140F-2F4F-430B-F59815A07C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1477944" y="1055581"/>
              <a:ext cx="127714" cy="127714"/>
            </a:xfrm>
            <a:custGeom>
              <a:avLst/>
              <a:gdLst>
                <a:gd name="connsiteX0" fmla="*/ 63857 w 127714"/>
                <a:gd name="connsiteY0" fmla="*/ 18874 h 127714"/>
                <a:gd name="connsiteX1" fmla="*/ 108840 w 127714"/>
                <a:gd name="connsiteY1" fmla="*/ 63857 h 127714"/>
                <a:gd name="connsiteX2" fmla="*/ 63857 w 127714"/>
                <a:gd name="connsiteY2" fmla="*/ 108840 h 127714"/>
                <a:gd name="connsiteX3" fmla="*/ 18874 w 127714"/>
                <a:gd name="connsiteY3" fmla="*/ 63857 h 127714"/>
                <a:gd name="connsiteX4" fmla="*/ 63857 w 127714"/>
                <a:gd name="connsiteY4" fmla="*/ 18874 h 127714"/>
                <a:gd name="connsiteX5" fmla="*/ 63857 w 127714"/>
                <a:gd name="connsiteY5" fmla="*/ 0 h 127714"/>
                <a:gd name="connsiteX6" fmla="*/ 0 w 127714"/>
                <a:gd name="connsiteY6" fmla="*/ 63857 h 127714"/>
                <a:gd name="connsiteX7" fmla="*/ 63857 w 127714"/>
                <a:gd name="connsiteY7" fmla="*/ 127714 h 127714"/>
                <a:gd name="connsiteX8" fmla="*/ 127714 w 127714"/>
                <a:gd name="connsiteY8" fmla="*/ 63857 h 127714"/>
                <a:gd name="connsiteX9" fmla="*/ 63857 w 127714"/>
                <a:gd name="connsiteY9" fmla="*/ 0 h 127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4" h="127714">
                  <a:moveTo>
                    <a:pt x="63857" y="18874"/>
                  </a:moveTo>
                  <a:cubicBezTo>
                    <a:pt x="88700" y="18874"/>
                    <a:pt x="108840" y="39014"/>
                    <a:pt x="108840" y="63857"/>
                  </a:cubicBezTo>
                  <a:cubicBezTo>
                    <a:pt x="108840" y="88700"/>
                    <a:pt x="88700" y="108840"/>
                    <a:pt x="63857" y="108840"/>
                  </a:cubicBezTo>
                  <a:cubicBezTo>
                    <a:pt x="39014" y="108840"/>
                    <a:pt x="18874" y="88700"/>
                    <a:pt x="18874" y="63857"/>
                  </a:cubicBezTo>
                  <a:cubicBezTo>
                    <a:pt x="18898" y="39024"/>
                    <a:pt x="39024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4"/>
                    <a:pt x="63857" y="127714"/>
                  </a:cubicBezTo>
                  <a:cubicBezTo>
                    <a:pt x="99124" y="127714"/>
                    <a:pt x="127714" y="99124"/>
                    <a:pt x="127714" y="63857"/>
                  </a:cubicBezTo>
                  <a:cubicBezTo>
                    <a:pt x="127714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accent2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" name="Graphic 14">
              <a:extLst>
                <a:ext uri="{FF2B5EF4-FFF2-40B4-BE49-F238E27FC236}">
                  <a16:creationId xmlns:a16="http://schemas.microsoft.com/office/drawing/2014/main" id="{AC75143B-C717-8D04-743C-B40FB5EFB2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1241555" y="446637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accent2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48737642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96CF8C-1EA0-4E47-AC60-CAC3B80A3C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80160" y="640080"/>
            <a:ext cx="10087699" cy="1280160"/>
          </a:xfrm>
        </p:spPr>
        <p:txBody>
          <a:bodyPr lIns="0" tIns="0" rIns="0" bIns="0" anchor="b" anchorCtr="0"/>
          <a:lstStyle>
            <a:lvl1pPr>
              <a:defRPr sz="4000" b="1" cap="all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16B8DF0-B7E6-5032-C3C7-E457E793BE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CABF8-19D8-4F3C-994F-4D35EC7A2C3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280160" y="2103119"/>
            <a:ext cx="10087699" cy="4114800"/>
          </a:xfrm>
        </p:spPr>
        <p:txBody>
          <a:bodyPr lIns="0" tIns="0" rIns="0" bIns="0"/>
          <a:lstStyle/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C05CAAB-DBA2-4548-AD5F-01BB97FBB2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C5F4D40-ADE4-5EEB-436C-8563A49C55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356350"/>
            <a:ext cx="4114800" cy="365125"/>
          </a:xfrm>
        </p:spPr>
        <p:txBody>
          <a:bodyPr lIns="0"/>
          <a:lstStyle>
            <a:lvl1pPr algn="l">
              <a:defRPr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17450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Bubbles and Title 1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2897" y="585216"/>
            <a:ext cx="8965094" cy="2276856"/>
          </a:xfrm>
        </p:spPr>
        <p:txBody>
          <a:bodyPr lIns="0" tIns="0" rIns="0" anchor="b"/>
          <a:lstStyle>
            <a:lvl1pPr algn="r">
              <a:lnSpc>
                <a:spcPts val="4800"/>
              </a:lnSpc>
              <a:defRPr sz="4800" b="1" cap="all" spc="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Picture Placeholder 14">
            <a:extLst>
              <a:ext uri="{FF2B5EF4-FFF2-40B4-BE49-F238E27FC236}">
                <a16:creationId xmlns:a16="http://schemas.microsoft.com/office/drawing/2014/main" id="{FC9B12A4-113B-B3F6-5926-5C2A6F504AB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371606" y="3205313"/>
            <a:ext cx="3043077" cy="3043083"/>
          </a:xfrm>
          <a:custGeom>
            <a:avLst/>
            <a:gdLst>
              <a:gd name="connsiteX0" fmla="*/ 2133823 w 4266960"/>
              <a:gd name="connsiteY0" fmla="*/ 0 h 4266968"/>
              <a:gd name="connsiteX1" fmla="*/ 4256628 w 4266960"/>
              <a:gd name="connsiteY1" fmla="*/ 1915652 h 4266968"/>
              <a:gd name="connsiteX2" fmla="*/ 4266960 w 4266960"/>
              <a:gd name="connsiteY2" fmla="*/ 2120258 h 4266968"/>
              <a:gd name="connsiteX3" fmla="*/ 4266960 w 4266960"/>
              <a:gd name="connsiteY3" fmla="*/ 2147389 h 4266968"/>
              <a:gd name="connsiteX4" fmla="*/ 4256628 w 4266960"/>
              <a:gd name="connsiteY4" fmla="*/ 2351994 h 4266968"/>
              <a:gd name="connsiteX5" fmla="*/ 2351994 w 4266960"/>
              <a:gd name="connsiteY5" fmla="*/ 4256629 h 4266968"/>
              <a:gd name="connsiteX6" fmla="*/ 2147230 w 4266960"/>
              <a:gd name="connsiteY6" fmla="*/ 4266968 h 4266968"/>
              <a:gd name="connsiteX7" fmla="*/ 2120416 w 4266960"/>
              <a:gd name="connsiteY7" fmla="*/ 4266968 h 4266968"/>
              <a:gd name="connsiteX8" fmla="*/ 1915652 w 4266960"/>
              <a:gd name="connsiteY8" fmla="*/ 4256629 h 4266968"/>
              <a:gd name="connsiteX9" fmla="*/ 0 w 4266960"/>
              <a:gd name="connsiteY9" fmla="*/ 2133823 h 4266968"/>
              <a:gd name="connsiteX10" fmla="*/ 2133823 w 4266960"/>
              <a:gd name="connsiteY10" fmla="*/ 0 h 4266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66960" h="4266968">
                <a:moveTo>
                  <a:pt x="2133823" y="0"/>
                </a:moveTo>
                <a:cubicBezTo>
                  <a:pt x="3238644" y="0"/>
                  <a:pt x="4147355" y="839660"/>
                  <a:pt x="4256628" y="1915652"/>
                </a:cubicBezTo>
                <a:lnTo>
                  <a:pt x="4266960" y="2120258"/>
                </a:lnTo>
                <a:lnTo>
                  <a:pt x="4266960" y="2147389"/>
                </a:lnTo>
                <a:lnTo>
                  <a:pt x="4256628" y="2351994"/>
                </a:lnTo>
                <a:cubicBezTo>
                  <a:pt x="4154640" y="3356254"/>
                  <a:pt x="3356253" y="4154640"/>
                  <a:pt x="2351994" y="4256629"/>
                </a:cubicBezTo>
                <a:lnTo>
                  <a:pt x="2147230" y="4266968"/>
                </a:lnTo>
                <a:lnTo>
                  <a:pt x="2120416" y="4266968"/>
                </a:lnTo>
                <a:lnTo>
                  <a:pt x="1915652" y="4256629"/>
                </a:lnTo>
                <a:cubicBezTo>
                  <a:pt x="839660" y="4147356"/>
                  <a:pt x="0" y="3238645"/>
                  <a:pt x="0" y="2133823"/>
                </a:cubicBezTo>
                <a:cubicBezTo>
                  <a:pt x="0" y="955346"/>
                  <a:pt x="955346" y="0"/>
                  <a:pt x="2133823" y="0"/>
                </a:cubicBezTo>
                <a:close/>
              </a:path>
            </a:pathLst>
          </a:custGeom>
        </p:spPr>
        <p:txBody>
          <a:bodyPr wrap="square" tIns="914400" anchor="t" anchorCtr="0">
            <a:noAutofit/>
          </a:bodyPr>
          <a:lstStyle>
            <a:lvl1pPr algn="ctr">
              <a:buNone/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928810C-E773-43AE-A2A1-4073955CC8D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640609" y="3127248"/>
            <a:ext cx="6117381" cy="3017520"/>
          </a:xfrm>
        </p:spPr>
        <p:txBody>
          <a:bodyPr lIns="0" tIns="0" rIns="0" bIns="0">
            <a:normAutofit/>
          </a:bodyPr>
          <a:lstStyle>
            <a:lvl1pPr marL="0" indent="0" algn="r">
              <a:spcBef>
                <a:spcPts val="1200"/>
              </a:spcBef>
              <a:buNone/>
              <a:defRPr sz="2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8AF51D36-DB19-27CD-47E0-A4261648DA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8614240">
            <a:off x="3975343" y="2819532"/>
            <a:ext cx="465456" cy="581432"/>
            <a:chOff x="7843462" y="2744546"/>
            <a:chExt cx="465456" cy="581432"/>
          </a:xfrm>
        </p:grpSpPr>
        <p:sp>
          <p:nvSpPr>
            <p:cNvPr id="4" name="Graphic 12">
              <a:extLst>
                <a:ext uri="{FF2B5EF4-FFF2-40B4-BE49-F238E27FC236}">
                  <a16:creationId xmlns:a16="http://schemas.microsoft.com/office/drawing/2014/main" id="{3EFED0E0-17D4-C5B0-09D0-B43338A856B3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" name="Graphic 13">
              <a:extLst>
                <a:ext uri="{FF2B5EF4-FFF2-40B4-BE49-F238E27FC236}">
                  <a16:creationId xmlns:a16="http://schemas.microsoft.com/office/drawing/2014/main" id="{8F798BBE-9B6F-700D-08A1-09ABC5388CCE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" name="Graphic 15">
              <a:extLst>
                <a:ext uri="{FF2B5EF4-FFF2-40B4-BE49-F238E27FC236}">
                  <a16:creationId xmlns:a16="http://schemas.microsoft.com/office/drawing/2014/main" id="{4AE2D1C5-9D85-9049-690C-3AFCE7E2DA56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0FE75D-ACD3-655E-58A7-8F2C182760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3503032"/>
            <a:ext cx="0" cy="334609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1936263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136525"/>
            <a:ext cx="10515600" cy="1509713"/>
          </a:xfrm>
        </p:spPr>
        <p:txBody>
          <a:bodyPr/>
          <a:lstStyle/>
          <a:p>
            <a:r>
              <a:rPr lang="en-US" dirty="0"/>
              <a:t>Click to add title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EBC03C0-6EB7-4633-967C-12C35768B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2390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FF4306-91CD-4B7B-8A53-34BE8F997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4632" y="726630"/>
            <a:ext cx="520991" cy="517379"/>
          </a:xfrm>
        </p:spPr>
        <p:txBody>
          <a:bodyPr/>
          <a:lstStyle/>
          <a:p>
            <a:fld id="{D8DA9DAA-006C-4F4B-980E-E3DF019B24E2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B5B2B208-F5B9-0151-C982-A389CB0B29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15890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329100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20EEA6CA-DE1E-18ED-E69E-54A1372FE2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15890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F973C81-5E94-41F6-CE15-3B4763B3AB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C835B5C-F994-9D57-3118-919EE90F5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08676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FDA4224-F4E4-47A4-ACF7-2317493908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5394" y="1"/>
            <a:ext cx="9918405" cy="1646237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679907-DC49-4B86-A34C-C97DBC26A9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35394" y="1825625"/>
            <a:ext cx="991840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C0E9BD-90BD-46AE-8A0D-06796ADB76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86121" y="726630"/>
            <a:ext cx="520991" cy="517379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ctr">
              <a:defRPr sz="1800" b="1" i="0" cap="all" spc="100" baseline="0">
                <a:solidFill>
                  <a:schemeClr val="accent2"/>
                </a:solidFill>
              </a:defRPr>
            </a:lvl1pPr>
          </a:lstStyle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EF1C86-6A9C-D287-D381-5634A69BF1C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435394" y="6356350"/>
            <a:ext cx="2743200" cy="365125"/>
          </a:xfrm>
          <a:prstGeom prst="rect">
            <a:avLst/>
          </a:prstGeom>
        </p:spPr>
        <p:txBody>
          <a:bodyPr vert="horz" lIns="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1B8477-3F24-EDCB-C8AC-8433636391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238999" y="6356350"/>
            <a:ext cx="4114800" cy="365125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97138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17" r:id="rId2"/>
    <p:sldLayoutId id="2147483728" r:id="rId3"/>
    <p:sldLayoutId id="2147483729" r:id="rId4"/>
    <p:sldLayoutId id="2147483710" r:id="rId5"/>
    <p:sldLayoutId id="2147483727" r:id="rId6"/>
    <p:sldLayoutId id="2147483701" r:id="rId7"/>
    <p:sldLayoutId id="2147483721" r:id="rId8"/>
    <p:sldLayoutId id="2147483720" r:id="rId9"/>
    <p:sldLayoutId id="2147483730" r:id="rId10"/>
    <p:sldLayoutId id="2147483722" r:id="rId11"/>
    <p:sldLayoutId id="2147483698" r:id="rId12"/>
    <p:sldLayoutId id="2147483732" r:id="rId13"/>
    <p:sldLayoutId id="2147483702" r:id="rId14"/>
    <p:sldLayoutId id="2147483703" r:id="rId15"/>
  </p:sldLayoutIdLst>
  <p:hf sldNum="0" hdr="0" ftr="0"/>
  <p:txStyles>
    <p:titleStyle>
      <a:lvl1pPr algn="l" defTabSz="914400" rtl="0" eaLnBrk="1" latinLnBrk="0" hangingPunct="1">
        <a:lnSpc>
          <a:spcPts val="4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7.png"/><Relationship Id="rId5" Type="http://schemas.openxmlformats.org/officeDocument/2006/relationships/hyperlink" Target="https://github.com/yasenstar/PowerBI_Tutorial" TargetMode="Externa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yasenstar/PowerBI_Tutorial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yasenstar/PowerBI_Tutorial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yasenstar/PowerBI_Tutorial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2.jpeg"/><Relationship Id="rId5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yasenstar/PowerBI_Tutorial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diagramQuickStyle" Target="../diagrams/quickStyle1.xml"/><Relationship Id="rId3" Type="http://schemas.openxmlformats.org/officeDocument/2006/relationships/hyperlink" Target="https://github.com/yasenstar/PowerBI_Tutorial" TargetMode="External"/><Relationship Id="rId7" Type="http://schemas.openxmlformats.org/officeDocument/2006/relationships/diagramLayout" Target="../diagrams/layout1.xm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Relationship Id="rId6" Type="http://schemas.openxmlformats.org/officeDocument/2006/relationships/diagramData" Target="../diagrams/data1.xml"/><Relationship Id="rId5" Type="http://schemas.openxmlformats.org/officeDocument/2006/relationships/image" Target="../media/image15.png"/><Relationship Id="rId10" Type="http://schemas.microsoft.com/office/2007/relationships/diagramDrawing" Target="../diagrams/drawing1.xml"/><Relationship Id="rId4" Type="http://schemas.openxmlformats.org/officeDocument/2006/relationships/image" Target="../media/image7.png"/><Relationship Id="rId9" Type="http://schemas.openxmlformats.org/officeDocument/2006/relationships/diagramColors" Target="../diagrams/colors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yasenstar/PowerBI_Tutorial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BADC82F-D911-CBE6-4354-4C4F50E186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8275" y="414337"/>
            <a:ext cx="9315450" cy="6029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54030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7F6DAAA-FCE0-654C-5217-9F110F5FA8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3987" y="385762"/>
            <a:ext cx="9344025" cy="6086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3983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D270F40-3164-DAF4-0B0E-3EDE48495A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8030" y="479204"/>
            <a:ext cx="6335940" cy="6080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22750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B7163987-0866-FC21-AC97-B97A7DFF892E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98310" y="852861"/>
            <a:ext cx="6937883" cy="560250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8733A4-47D3-DBFD-C44B-27DD1982D5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9827" y="323765"/>
            <a:ext cx="6772881" cy="793260"/>
          </a:xfrm>
        </p:spPr>
        <p:txBody>
          <a:bodyPr anchor="ctr"/>
          <a:lstStyle/>
          <a:p>
            <a:pPr algn="l"/>
            <a:r>
              <a:rPr lang="en-US" dirty="0"/>
              <a:t>Power BI Tutorial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19E6F6-6E82-E347-FB35-362C956AAF85}"/>
              </a:ext>
            </a:extLst>
          </p:cNvPr>
          <p:cNvSpPr txBox="1"/>
          <p:nvPr/>
        </p:nvSpPr>
        <p:spPr>
          <a:xfrm>
            <a:off x="9737656" y="212563"/>
            <a:ext cx="2089033" cy="1015663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60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2">
                    <a:lumMod val="50000"/>
                    <a:lumOff val="50000"/>
                  </a:schemeClr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Goudy Stout" panose="0202090407030B020401" pitchFamily="18" charset="0"/>
              </a:rPr>
              <a:t>000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4C8FB3B-F6EC-73EC-1F2A-D9CBFA2077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12" y="30114"/>
            <a:ext cx="1386414" cy="138056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4561B3A-8402-1759-F640-AF478F2406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4469" y="3804349"/>
            <a:ext cx="6937883" cy="218635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918C3D4-9A38-0E93-BDC4-25F2D64A16FE}"/>
              </a:ext>
            </a:extLst>
          </p:cNvPr>
          <p:cNvSpPr txBox="1"/>
          <p:nvPr/>
        </p:nvSpPr>
        <p:spPr>
          <a:xfrm>
            <a:off x="7911091" y="1726011"/>
            <a:ext cx="3951723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32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2">
                    <a:lumMod val="50000"/>
                    <a:lumOff val="50000"/>
                  </a:schemeClr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Goudy Stout" panose="0202090407030B020401" pitchFamily="18" charset="0"/>
              </a:rPr>
              <a:t>Opening</a:t>
            </a:r>
          </a:p>
          <a:p>
            <a:pPr algn="ctr"/>
            <a:r>
              <a:rPr lang="en-US" sz="32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2">
                    <a:lumMod val="50000"/>
                    <a:lumOff val="50000"/>
                  </a:schemeClr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Goudy Stout" panose="0202090407030B020401" pitchFamily="18" charset="0"/>
              </a:rPr>
              <a:t>&amp;</a:t>
            </a:r>
          </a:p>
          <a:p>
            <a:pPr algn="ctr"/>
            <a:r>
              <a:rPr lang="en-US" sz="32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2">
                    <a:lumMod val="50000"/>
                    <a:lumOff val="50000"/>
                  </a:schemeClr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Goudy Stout" panose="0202090407030B020401" pitchFamily="18" charset="0"/>
              </a:rPr>
              <a:t>Welcome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0020B5F-DF2B-C741-4C5C-111A62BDC4E4}"/>
              </a:ext>
            </a:extLst>
          </p:cNvPr>
          <p:cNvSpPr txBox="1"/>
          <p:nvPr/>
        </p:nvSpPr>
        <p:spPr>
          <a:xfrm>
            <a:off x="2448951" y="6488487"/>
            <a:ext cx="71638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/>
              <a:t>Repository: </a:t>
            </a:r>
            <a:r>
              <a:rPr lang="en-US" b="1">
                <a:hlinkClick r:id="rId5"/>
              </a:rPr>
              <a:t>https://github.com/yasenstar/PowerBI_Tutorial</a:t>
            </a:r>
            <a:endParaRPr lang="en-US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2760364-54A8-5426-5103-040DED6587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5745" y="1982722"/>
            <a:ext cx="2474437" cy="309592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50676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733A4-47D3-DBFD-C44B-27DD1982D5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9827" y="323765"/>
            <a:ext cx="6772881" cy="793260"/>
          </a:xfrm>
        </p:spPr>
        <p:txBody>
          <a:bodyPr anchor="ctr"/>
          <a:lstStyle/>
          <a:p>
            <a:pPr algn="l"/>
            <a:r>
              <a:rPr lang="en-US" dirty="0"/>
              <a:t>Power BI Tutorial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F1CD235-BE86-A03B-9C1C-C4E733A5453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831068" y="2595506"/>
            <a:ext cx="3926922" cy="3017520"/>
          </a:xfrm>
        </p:spPr>
        <p:txBody>
          <a:bodyPr>
            <a:normAutofit/>
          </a:bodyPr>
          <a:lstStyle/>
          <a:p>
            <a:r>
              <a:rPr lang="en-US" sz="3600" dirty="0"/>
              <a:t>Part 0 Introduction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19E6F6-6E82-E347-FB35-362C956AAF85}"/>
              </a:ext>
            </a:extLst>
          </p:cNvPr>
          <p:cNvSpPr txBox="1"/>
          <p:nvPr/>
        </p:nvSpPr>
        <p:spPr>
          <a:xfrm>
            <a:off x="9737656" y="212563"/>
            <a:ext cx="2089033" cy="1015663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60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2">
                    <a:lumMod val="50000"/>
                    <a:lumOff val="50000"/>
                  </a:schemeClr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Goudy Stout" panose="0202090407030B020401" pitchFamily="18" charset="0"/>
              </a:rPr>
              <a:t>001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4C8FB3B-F6EC-73EC-1F2A-D9CBFA2077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12" y="30114"/>
            <a:ext cx="1386414" cy="138056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0020B5F-DF2B-C741-4C5C-111A62BDC4E4}"/>
              </a:ext>
            </a:extLst>
          </p:cNvPr>
          <p:cNvSpPr txBox="1"/>
          <p:nvPr/>
        </p:nvSpPr>
        <p:spPr>
          <a:xfrm>
            <a:off x="2448951" y="6488487"/>
            <a:ext cx="71638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/>
              <a:t>Repository: </a:t>
            </a:r>
            <a:r>
              <a:rPr lang="en-US" b="1">
                <a:hlinkClick r:id="rId3"/>
              </a:rPr>
              <a:t>https://github.com/yasenstar/PowerBI_Tutorial</a:t>
            </a:r>
            <a:endParaRPr lang="en-US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661A236-B453-6629-068D-F2464F980333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5F5DC"/>
              </a:clrFrom>
              <a:clrTo>
                <a:srgbClr val="F5F5DC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409826" y="875461"/>
            <a:ext cx="8842538" cy="561302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2760364-54A8-5426-5103-040DED6587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29064" y="2073576"/>
            <a:ext cx="2474437" cy="309592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144189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57CF44-B427-7833-B551-2D6F82E7D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82D6E7-B6EA-6F3D-B116-DBCDCE8F26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9826" y="131063"/>
            <a:ext cx="6772881" cy="793260"/>
          </a:xfrm>
        </p:spPr>
        <p:txBody>
          <a:bodyPr anchor="ctr"/>
          <a:lstStyle/>
          <a:p>
            <a:pPr algn="l"/>
            <a:r>
              <a:rPr lang="en-US" dirty="0"/>
              <a:t>Power BI Tutorial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424918D-3377-AD41-5BAC-7F4E1B004D8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79149" y="915490"/>
            <a:ext cx="8033702" cy="1097280"/>
          </a:xfrm>
        </p:spPr>
        <p:txBody>
          <a:bodyPr anchor="ctr">
            <a:normAutofit lnSpcReduction="10000"/>
          </a:bodyPr>
          <a:lstStyle/>
          <a:p>
            <a:pPr algn="l"/>
            <a:r>
              <a:rPr lang="en-US" sz="3600" dirty="0"/>
              <a:t>Part 1. Put Your BI Thinking Caps On</a:t>
            </a:r>
          </a:p>
          <a:p>
            <a:pPr algn="l"/>
            <a:r>
              <a:rPr lang="en-US" altLang="zh-CN" sz="3600" dirty="0"/>
              <a:t>Chapter 01: Data Analytics Terms (1)</a:t>
            </a:r>
            <a:endParaRPr lang="en-US" sz="3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4E7043-16D7-B6A9-593F-FB52B84B693E}"/>
              </a:ext>
            </a:extLst>
          </p:cNvPr>
          <p:cNvSpPr txBox="1"/>
          <p:nvPr/>
        </p:nvSpPr>
        <p:spPr>
          <a:xfrm>
            <a:off x="9487400" y="11040"/>
            <a:ext cx="2704600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Goudy Stout" panose="0202090407030B020401" pitchFamily="18" charset="0"/>
              </a:rPr>
              <a:t>002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4445852-B18F-5191-80C7-BD285ED039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12" y="30114"/>
            <a:ext cx="1386414" cy="138056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B685EAB-B4B0-B90A-9EB3-04FC6728C797}"/>
              </a:ext>
            </a:extLst>
          </p:cNvPr>
          <p:cNvSpPr txBox="1"/>
          <p:nvPr/>
        </p:nvSpPr>
        <p:spPr>
          <a:xfrm>
            <a:off x="23412" y="6458554"/>
            <a:ext cx="71638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Repository: </a:t>
            </a:r>
            <a:r>
              <a:rPr lang="en-US" b="1" dirty="0">
                <a:hlinkClick r:id="rId3"/>
              </a:rPr>
              <a:t>https://github.com/yasenstar/PowerBI_Tutorial</a:t>
            </a:r>
            <a:endParaRPr lang="en-US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9E43224-3CCB-6E34-A2D7-0474D9EB41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30" y="1487212"/>
            <a:ext cx="1850713" cy="231554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3796D11-92FE-A898-1E41-DD144B8E61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1121" y="1780865"/>
            <a:ext cx="7210292" cy="411480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84A61AC-3AC3-9B00-81D3-5F00BBD5D31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93897" y="3532472"/>
            <a:ext cx="5223281" cy="295200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42852728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57797-79B6-D16C-F254-C3005553C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05B2C3-8BA4-7B7E-2083-8ACA1AFE79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9826" y="131063"/>
            <a:ext cx="6772881" cy="793260"/>
          </a:xfrm>
        </p:spPr>
        <p:txBody>
          <a:bodyPr anchor="ctr"/>
          <a:lstStyle/>
          <a:p>
            <a:pPr algn="l"/>
            <a:r>
              <a:rPr lang="en-US" dirty="0"/>
              <a:t>Power BI Tutorial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3CC253B-DCEC-4DD0-A59C-74F92A5311C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79149" y="915490"/>
            <a:ext cx="8033702" cy="1097280"/>
          </a:xfrm>
        </p:spPr>
        <p:txBody>
          <a:bodyPr anchor="ctr">
            <a:normAutofit lnSpcReduction="10000"/>
          </a:bodyPr>
          <a:lstStyle/>
          <a:p>
            <a:pPr algn="l"/>
            <a:r>
              <a:rPr lang="en-US" sz="3600" dirty="0"/>
              <a:t>Part 1. Put Your BI Thinking Caps On</a:t>
            </a:r>
          </a:p>
          <a:p>
            <a:pPr algn="l"/>
            <a:r>
              <a:rPr lang="en-US" altLang="zh-CN" sz="3600" dirty="0"/>
              <a:t>Chapter 01: Data Analytics Terms (2)</a:t>
            </a:r>
            <a:endParaRPr lang="en-US" sz="3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4576D9-7105-2A82-F412-4B7F3788670C}"/>
              </a:ext>
            </a:extLst>
          </p:cNvPr>
          <p:cNvSpPr txBox="1"/>
          <p:nvPr/>
        </p:nvSpPr>
        <p:spPr>
          <a:xfrm>
            <a:off x="9487400" y="11040"/>
            <a:ext cx="2704600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Goudy Stout" panose="0202090407030B020401" pitchFamily="18" charset="0"/>
              </a:rPr>
              <a:t>003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F2BE13B-7012-430F-0B23-58DC373F1A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12" y="30114"/>
            <a:ext cx="1386414" cy="138056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309EBB9-813F-833D-3841-71FE7DF5E29E}"/>
              </a:ext>
            </a:extLst>
          </p:cNvPr>
          <p:cNvSpPr txBox="1"/>
          <p:nvPr/>
        </p:nvSpPr>
        <p:spPr>
          <a:xfrm>
            <a:off x="23412" y="6458554"/>
            <a:ext cx="71638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Repository: </a:t>
            </a:r>
            <a:r>
              <a:rPr lang="en-US" b="1" dirty="0">
                <a:hlinkClick r:id="rId3"/>
              </a:rPr>
              <a:t>https://github.com/yasenstar/PowerBI_Tutorial</a:t>
            </a:r>
            <a:endParaRPr lang="en-US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4C86886E-29F1-EA44-260E-3F5BD4508C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30" y="1487212"/>
            <a:ext cx="1850713" cy="231554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4569937-F6DC-4D58-A317-3FFCAE08A0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46265" y="1549405"/>
            <a:ext cx="8241135" cy="472020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2050" name="Picture 2" descr="What is Power BI | Introduction to Power BI | Power BI Tutorial | Edureka">
            <a:extLst>
              <a:ext uri="{FF2B5EF4-FFF2-40B4-BE49-F238E27FC236}">
                <a16:creationId xmlns:a16="http://schemas.microsoft.com/office/drawing/2014/main" id="{E019B0A7-31DC-CE42-4459-58CA8D1CAA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31175" y="3570489"/>
            <a:ext cx="5103064" cy="2955442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474769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0FA103-A7D1-6F55-7D2A-8A2172784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EC1F40-8317-12F2-8937-CB7F425169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9826" y="131063"/>
            <a:ext cx="6772881" cy="793260"/>
          </a:xfrm>
        </p:spPr>
        <p:txBody>
          <a:bodyPr anchor="ctr"/>
          <a:lstStyle/>
          <a:p>
            <a:pPr algn="l"/>
            <a:r>
              <a:rPr lang="en-US" dirty="0"/>
              <a:t>Power BI Tutorial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4005F7E-1FFB-77E3-B4D5-1BE827902E1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79149" y="915490"/>
            <a:ext cx="8033702" cy="1097280"/>
          </a:xfrm>
        </p:spPr>
        <p:txBody>
          <a:bodyPr anchor="ctr">
            <a:normAutofit lnSpcReduction="10000"/>
          </a:bodyPr>
          <a:lstStyle/>
          <a:p>
            <a:pPr algn="l"/>
            <a:r>
              <a:rPr lang="en-US" sz="3600" dirty="0"/>
              <a:t>Part 1. Put Your BI Thinking Caps On</a:t>
            </a:r>
          </a:p>
          <a:p>
            <a:pPr algn="l"/>
            <a:r>
              <a:rPr lang="en-US" altLang="zh-CN" sz="3600" dirty="0"/>
              <a:t>Chapter 02: </a:t>
            </a:r>
            <a:r>
              <a:rPr lang="en-US" altLang="zh-CN" sz="3600" dirty="0">
                <a:highlight>
                  <a:srgbClr val="C0C0C0"/>
                </a:highlight>
              </a:rPr>
              <a:t>Who</a:t>
            </a:r>
            <a:r>
              <a:rPr lang="en-US" altLang="zh-CN" sz="3600" dirty="0"/>
              <a:t>, How, What (1)</a:t>
            </a:r>
            <a:endParaRPr lang="en-US" sz="3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3A57AB-136B-9547-F553-5FA486DE712D}"/>
              </a:ext>
            </a:extLst>
          </p:cNvPr>
          <p:cNvSpPr txBox="1"/>
          <p:nvPr/>
        </p:nvSpPr>
        <p:spPr>
          <a:xfrm>
            <a:off x="9487400" y="11040"/>
            <a:ext cx="2704600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Goudy Stout" panose="0202090407030B020401" pitchFamily="18" charset="0"/>
              </a:rPr>
              <a:t>004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E5266CE-384B-5A78-7936-665C1B4BD6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12" y="30114"/>
            <a:ext cx="1386414" cy="138056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84EA724-A0D8-E17F-C8CD-201C9E98EE70}"/>
              </a:ext>
            </a:extLst>
          </p:cNvPr>
          <p:cNvSpPr txBox="1"/>
          <p:nvPr/>
        </p:nvSpPr>
        <p:spPr>
          <a:xfrm>
            <a:off x="23412" y="6458554"/>
            <a:ext cx="71638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Repository: </a:t>
            </a:r>
            <a:r>
              <a:rPr lang="en-US" b="1" dirty="0">
                <a:hlinkClick r:id="rId3"/>
              </a:rPr>
              <a:t>https://github.com/yasenstar/PowerBI_Tutorial</a:t>
            </a:r>
            <a:endParaRPr lang="en-US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541B033-E107-AEA4-4319-E63535C530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30" y="1487212"/>
            <a:ext cx="1850713" cy="231554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9F9CA7B-42DB-6FF0-3A97-6C6347FE553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068" y="1487212"/>
            <a:ext cx="8646449" cy="488439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C2BDD9C-B18F-C9D6-9E5B-83F014C902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74768" y="4215819"/>
            <a:ext cx="1599462" cy="14661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877782E-761B-00F8-6B6F-7ADBA019C0EF}"/>
              </a:ext>
            </a:extLst>
          </p:cNvPr>
          <p:cNvSpPr txBox="1"/>
          <p:nvPr/>
        </p:nvSpPr>
        <p:spPr>
          <a:xfrm>
            <a:off x="7706727" y="4447458"/>
            <a:ext cx="178067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chemeClr val="accent6"/>
                </a:solidFill>
              </a:rPr>
              <a:t>DATA RELATED ROLE</a:t>
            </a:r>
            <a:endParaRPr lang="en-US" b="1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745403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D5A348-0092-2C16-BC22-177351402D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B3DCED-872B-03B9-6944-86230EAA62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9826" y="131063"/>
            <a:ext cx="6772881" cy="793260"/>
          </a:xfrm>
        </p:spPr>
        <p:txBody>
          <a:bodyPr anchor="ctr"/>
          <a:lstStyle/>
          <a:p>
            <a:pPr algn="l"/>
            <a:r>
              <a:rPr lang="en-US" dirty="0"/>
              <a:t>Power BI Tutorial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07BA64-24FD-FA13-5DCA-9CFB1489E5F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79149" y="915490"/>
            <a:ext cx="8033702" cy="1097280"/>
          </a:xfrm>
        </p:spPr>
        <p:txBody>
          <a:bodyPr anchor="ctr">
            <a:normAutofit lnSpcReduction="10000"/>
          </a:bodyPr>
          <a:lstStyle/>
          <a:p>
            <a:pPr algn="l"/>
            <a:r>
              <a:rPr lang="en-US" sz="3600" dirty="0"/>
              <a:t>Part 1. Put Your BI Thinking Caps On</a:t>
            </a:r>
          </a:p>
          <a:p>
            <a:pPr algn="l"/>
            <a:r>
              <a:rPr lang="en-US" altLang="zh-CN" sz="3600" dirty="0"/>
              <a:t>Chapter 02: Who, </a:t>
            </a:r>
            <a:r>
              <a:rPr lang="en-US" altLang="zh-CN" sz="3600" dirty="0">
                <a:highlight>
                  <a:srgbClr val="C0C0C0"/>
                </a:highlight>
              </a:rPr>
              <a:t>How</a:t>
            </a:r>
            <a:r>
              <a:rPr lang="en-US" altLang="zh-CN" sz="3600" dirty="0"/>
              <a:t>, What (2)</a:t>
            </a:r>
            <a:endParaRPr lang="en-US" sz="3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A56DB2-E386-479B-5BA1-21A94BF76543}"/>
              </a:ext>
            </a:extLst>
          </p:cNvPr>
          <p:cNvSpPr txBox="1"/>
          <p:nvPr/>
        </p:nvSpPr>
        <p:spPr>
          <a:xfrm>
            <a:off x="9487400" y="11040"/>
            <a:ext cx="2704600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Goudy Stout" panose="0202090407030B020401" pitchFamily="18" charset="0"/>
              </a:rPr>
              <a:t>005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244CDCA-1A7C-7A4C-E8AC-0C64FA8D86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12" y="30114"/>
            <a:ext cx="1386414" cy="138056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06DB1A9-C3A9-A240-B331-D899475B8E5C}"/>
              </a:ext>
            </a:extLst>
          </p:cNvPr>
          <p:cNvSpPr txBox="1"/>
          <p:nvPr/>
        </p:nvSpPr>
        <p:spPr>
          <a:xfrm>
            <a:off x="23412" y="6458554"/>
            <a:ext cx="71638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Repository: </a:t>
            </a:r>
            <a:r>
              <a:rPr lang="en-US" b="1" dirty="0">
                <a:hlinkClick r:id="rId3"/>
              </a:rPr>
              <a:t>https://github.com/yasenstar/PowerBI_Tutorial</a:t>
            </a:r>
            <a:endParaRPr lang="en-US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D49F22E-224F-8551-8A1B-838B69AA59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30" y="1487212"/>
            <a:ext cx="1850713" cy="231554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0B6DDB9-A5FF-F591-6F81-B5D273CDC1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8071" y="1554789"/>
            <a:ext cx="8508747" cy="484739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graphicFrame>
        <p:nvGraphicFramePr>
          <p:cNvPr id="9" name="Diagram 8">
            <a:extLst>
              <a:ext uri="{FF2B5EF4-FFF2-40B4-BE49-F238E27FC236}">
                <a16:creationId xmlns:a16="http://schemas.microsoft.com/office/drawing/2014/main" id="{F4476974-B50F-CE54-8409-096AFA9D518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06375859"/>
              </p:ext>
            </p:extLst>
          </p:nvPr>
        </p:nvGraphicFramePr>
        <p:xfrm>
          <a:off x="5891639" y="3775246"/>
          <a:ext cx="4975283" cy="294284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6" r:lo="rId7" r:qs="rId8" r:cs="rId9"/>
          </a:graphicData>
        </a:graphic>
      </p:graphicFrame>
    </p:spTree>
    <p:extLst>
      <p:ext uri="{BB962C8B-B14F-4D97-AF65-F5344CB8AC3E}">
        <p14:creationId xmlns:p14="http://schemas.microsoft.com/office/powerpoint/2010/main" val="6453866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85BE5-C6E1-80E1-1840-7651AFCEAD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3C8BC-37E5-C2DA-5FEE-CE8CE02373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9826" y="131063"/>
            <a:ext cx="6772881" cy="793260"/>
          </a:xfrm>
        </p:spPr>
        <p:txBody>
          <a:bodyPr anchor="ctr"/>
          <a:lstStyle/>
          <a:p>
            <a:pPr algn="l"/>
            <a:r>
              <a:rPr lang="en-US" dirty="0"/>
              <a:t>Power BI Tutorial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AD3B90-20D5-FD55-DF02-FA591F6BCA4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79149" y="915490"/>
            <a:ext cx="8033702" cy="1097280"/>
          </a:xfrm>
        </p:spPr>
        <p:txBody>
          <a:bodyPr anchor="ctr">
            <a:normAutofit lnSpcReduction="10000"/>
          </a:bodyPr>
          <a:lstStyle/>
          <a:p>
            <a:pPr algn="l"/>
            <a:r>
              <a:rPr lang="en-US" sz="3600" dirty="0"/>
              <a:t>Part 1. Put Your BI Thinking Caps On</a:t>
            </a:r>
          </a:p>
          <a:p>
            <a:pPr algn="l"/>
            <a:r>
              <a:rPr lang="en-US" altLang="zh-CN" sz="3600" dirty="0"/>
              <a:t>Chapter 02: Who, How, </a:t>
            </a:r>
            <a:r>
              <a:rPr lang="en-US" altLang="zh-CN" sz="3600" dirty="0">
                <a:highlight>
                  <a:srgbClr val="C0C0C0"/>
                </a:highlight>
              </a:rPr>
              <a:t>What</a:t>
            </a:r>
            <a:r>
              <a:rPr lang="en-US" altLang="zh-CN" sz="3600" dirty="0"/>
              <a:t> (3)</a:t>
            </a:r>
            <a:endParaRPr lang="en-US" sz="3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09285CC-0C2B-2E38-DA0C-15A255656866}"/>
              </a:ext>
            </a:extLst>
          </p:cNvPr>
          <p:cNvSpPr txBox="1"/>
          <p:nvPr/>
        </p:nvSpPr>
        <p:spPr>
          <a:xfrm>
            <a:off x="9487400" y="11040"/>
            <a:ext cx="2704600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  <a:latin typeface="Goudy Stout" panose="0202090407030B020401" pitchFamily="18" charset="0"/>
              </a:rPr>
              <a:t>006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14114AB-622A-E02D-B241-D7122E6032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12" y="30114"/>
            <a:ext cx="1386414" cy="138056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A86CA5C-C6A1-2E30-3AF9-2227AC3FFB18}"/>
              </a:ext>
            </a:extLst>
          </p:cNvPr>
          <p:cNvSpPr txBox="1"/>
          <p:nvPr/>
        </p:nvSpPr>
        <p:spPr>
          <a:xfrm>
            <a:off x="23412" y="6458554"/>
            <a:ext cx="71638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Repository: </a:t>
            </a:r>
            <a:r>
              <a:rPr lang="en-US" b="1" dirty="0">
                <a:hlinkClick r:id="rId3"/>
              </a:rPr>
              <a:t>https://github.com/yasenstar/PowerBI_Tutorial</a:t>
            </a:r>
            <a:endParaRPr lang="en-US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C479CFC-CD7F-F961-BE9D-CEBF78CD53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30" y="1487212"/>
            <a:ext cx="1850713" cy="231554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A4F1174-C58F-B5C2-6405-78E3EBB1AE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7339" y="1464130"/>
            <a:ext cx="8674434" cy="491651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0DDF6DC-6F83-6B23-EAEA-801EFFD247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0198" y="4008925"/>
            <a:ext cx="4354896" cy="2449629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21699360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0CAFD73-E11B-F840-4A9D-3301CE4C50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054" y="1083990"/>
            <a:ext cx="5874734" cy="503788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4D03C02-7C5F-FCD6-ED16-BEA0FE6D88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6172" y="3500232"/>
            <a:ext cx="4676775" cy="299085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5950B14-03FB-D0FA-3FF2-604DCE0615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50502" y="537883"/>
            <a:ext cx="3334065" cy="331999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1676600699"/>
      </p:ext>
    </p:extLst>
  </p:cSld>
  <p:clrMapOvr>
    <a:masterClrMapping/>
  </p:clrMapOvr>
</p:sld>
</file>

<file path=ppt/theme/theme1.xml><?xml version="1.0" encoding="utf-8"?>
<a:theme xmlns:a="http://schemas.openxmlformats.org/drawingml/2006/main" name="GradientVTI">
  <a:themeElements>
    <a:clrScheme name="Gradient">
      <a:dk1>
        <a:sysClr val="windowText" lastClr="000000"/>
      </a:dk1>
      <a:lt1>
        <a:sysClr val="window" lastClr="FFFFFF"/>
      </a:lt1>
      <a:dk2>
        <a:srgbClr val="10013F"/>
      </a:dk2>
      <a:lt2>
        <a:srgbClr val="F2F0FF"/>
      </a:lt2>
      <a:accent1>
        <a:srgbClr val="814DFF"/>
      </a:accent1>
      <a:accent2>
        <a:srgbClr val="243FFF"/>
      </a:accent2>
      <a:accent3>
        <a:srgbClr val="FF83B6"/>
      </a:accent3>
      <a:accent4>
        <a:srgbClr val="FF9022"/>
      </a:accent4>
      <a:accent5>
        <a:srgbClr val="FF1F85"/>
      </a:accent5>
      <a:accent6>
        <a:srgbClr val="1A98FF"/>
      </a:accent6>
      <a:hlink>
        <a:srgbClr val="0563C1"/>
      </a:hlink>
      <a:folHlink>
        <a:srgbClr val="954F72"/>
      </a:folHlink>
    </a:clrScheme>
    <a:fontScheme name="Univers">
      <a:majorFont>
        <a:latin typeface="Univers"/>
        <a:ea typeface=""/>
        <a:cs typeface=""/>
      </a:majorFont>
      <a:minorFont>
        <a:latin typeface="Univer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axy presentation_Win32_SL_V16" id="{36B34AD0-AFC2-468E-8620-6CFD159B149F}" vid="{ACCF8893-1A0E-437D-A612-1659D305EA1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ABD9919-8F5A-4B99-83E1-E90FE1DCF2E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0E87F72-70BF-43BC-A0D4-53665DC12672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52D646E0-DCC8-4209-B539-AA58186B682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{99CC9ED3-4357-4D1D-BB82-E357E6C37734}tf89338750_win32</Template>
  <TotalTime>742</TotalTime>
  <Words>230</Words>
  <Application>Microsoft Office PowerPoint</Application>
  <PresentationFormat>Widescreen</PresentationFormat>
  <Paragraphs>42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Goudy Stout</vt:lpstr>
      <vt:lpstr>Univers</vt:lpstr>
      <vt:lpstr>GradientVTI</vt:lpstr>
      <vt:lpstr>PowerPoint Presentation</vt:lpstr>
      <vt:lpstr>PowerPoint Presentation</vt:lpstr>
      <vt:lpstr>PowerPoint Presentation</vt:lpstr>
      <vt:lpstr>Power BI Tutorial</vt:lpstr>
      <vt:lpstr>Power BI Tutorial</vt:lpstr>
      <vt:lpstr>Power BI Tutorial</vt:lpstr>
      <vt:lpstr>Power BI Tutorial</vt:lpstr>
      <vt:lpstr>Power BI Tutorial</vt:lpstr>
      <vt:lpstr>Power BI Tutorial</vt:lpstr>
      <vt:lpstr>Power BI Tutorial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Zhao Xiaoqi</dc:creator>
  <cp:lastModifiedBy>Xiaoqi Zhao</cp:lastModifiedBy>
  <cp:revision>16</cp:revision>
  <dcterms:created xsi:type="dcterms:W3CDTF">2024-09-22T02:05:08Z</dcterms:created>
  <dcterms:modified xsi:type="dcterms:W3CDTF">2026-01-10T03:08:06Z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SIP_Label_19540963-e559-4020-8a90-fe8a502c2801_Enabled">
    <vt:lpwstr>true</vt:lpwstr>
  </property>
  <property fmtid="{D5CDD505-2E9C-101B-9397-08002B2CF9AE}" pid="4" name="MSIP_Label_19540963-e559-4020-8a90-fe8a502c2801_SetDate">
    <vt:lpwstr>2024-09-22T02:05:48Z</vt:lpwstr>
  </property>
  <property fmtid="{D5CDD505-2E9C-101B-9397-08002B2CF9AE}" pid="5" name="MSIP_Label_19540963-e559-4020-8a90-fe8a502c2801_Method">
    <vt:lpwstr>Standard</vt:lpwstr>
  </property>
  <property fmtid="{D5CDD505-2E9C-101B-9397-08002B2CF9AE}" pid="6" name="MSIP_Label_19540963-e559-4020-8a90-fe8a502c2801_Name">
    <vt:lpwstr>19540963-e559-4020-8a90-fe8a502c2801</vt:lpwstr>
  </property>
  <property fmtid="{D5CDD505-2E9C-101B-9397-08002B2CF9AE}" pid="7" name="MSIP_Label_19540963-e559-4020-8a90-fe8a502c2801_SiteId">
    <vt:lpwstr>f25493ae-1c98-41d7-8a33-0be75f5fe603</vt:lpwstr>
  </property>
  <property fmtid="{D5CDD505-2E9C-101B-9397-08002B2CF9AE}" pid="8" name="MSIP_Label_19540963-e559-4020-8a90-fe8a502c2801_ActionId">
    <vt:lpwstr>e005241f-966e-49d2-9bdc-499c8b33a11b</vt:lpwstr>
  </property>
  <property fmtid="{D5CDD505-2E9C-101B-9397-08002B2CF9AE}" pid="9" name="MSIP_Label_19540963-e559-4020-8a90-fe8a502c2801_ContentBits">
    <vt:lpwstr>0</vt:lpwstr>
  </property>
</Properties>
</file>
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96" r:id="rId4"/>
  </p:sldMasterIdLst>
  <p:notesMasterIdLst>
    <p:notesMasterId r:id="rId24"/>
  </p:notesMasterIdLst>
  <p:handoutMasterIdLst>
    <p:handoutMasterId r:id="rId25"/>
  </p:handoutMasterIdLst>
  <p:sldIdLst>
    <p:sldId id="334" r:id="rId5"/>
    <p:sldId id="335" r:id="rId6"/>
    <p:sldId id="336" r:id="rId7"/>
    <p:sldId id="338" r:id="rId8"/>
    <p:sldId id="339" r:id="rId9"/>
    <p:sldId id="340" r:id="rId10"/>
    <p:sldId id="341" r:id="rId11"/>
    <p:sldId id="342" r:id="rId12"/>
    <p:sldId id="343" r:id="rId13"/>
    <p:sldId id="344" r:id="rId14"/>
    <p:sldId id="345" r:id="rId15"/>
    <p:sldId id="346" r:id="rId16"/>
    <p:sldId id="347" r:id="rId17"/>
    <p:sldId id="348" r:id="rId18"/>
    <p:sldId id="349" r:id="rId19"/>
    <p:sldId id="350" r:id="rId20"/>
    <p:sldId id="351" r:id="rId21"/>
    <p:sldId id="337" r:id="rId22"/>
    <p:sldId id="352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S PowerBI Certification" id="{0C29F902-B667-4FD1-BBE1-55ACBEDE2956}">
          <p14:sldIdLst>
            <p14:sldId id="334"/>
            <p14:sldId id="335"/>
            <p14:sldId id="336"/>
          </p14:sldIdLst>
        </p14:section>
        <p14:section name="Udemy Course Covers" id="{D7DED217-FC2A-4C9E-A35B-9204E76CE79F}">
          <p14:sldIdLst/>
        </p14:section>
        <p14:section name="Part 0" id="{F2D02265-B16A-46D9-B982-DFBFE447973C}">
          <p14:sldIdLst>
            <p14:sldId id="338"/>
            <p14:sldId id="339"/>
          </p14:sldIdLst>
        </p14:section>
        <p14:section name="Part 1" id="{AAFDA16F-3CE7-4230-92BF-FD5C9C62BC75}">
          <p14:sldIdLst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</p14:sldIdLst>
        </p14:section>
        <p14:section name="Part 2" id="{E27492D7-0C95-4240-AF4E-EFA0A79A40B1}">
          <p14:sldIdLst>
            <p14:sldId id="351"/>
          </p14:sldIdLst>
        </p14:section>
        <p14:section name="add-on" id="{0C1F4F65-72A3-42DD-AC1F-D9167B17FD18}">
          <p14:sldIdLst>
            <p14:sldId id="337"/>
            <p14:sldId id="35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392" userDrawn="1">
          <p15:clr>
            <a:srgbClr val="A4A3A4"/>
          </p15:clr>
        </p15:guide>
        <p15:guide id="2" pos="7056" userDrawn="1">
          <p15:clr>
            <a:srgbClr val="A4A3A4"/>
          </p15:clr>
        </p15:guide>
        <p15:guide id="3" orient="horz" pos="31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84967" autoAdjust="0"/>
  </p:normalViewPr>
  <p:slideViewPr>
    <p:cSldViewPr snapToGrid="0">
      <p:cViewPr varScale="1">
        <p:scale>
          <a:sx n="99" d="100"/>
          <a:sy n="99" d="100"/>
        </p:scale>
        <p:origin x="894" y="306"/>
      </p:cViewPr>
      <p:guideLst>
        <p:guide orient="horz" pos="1392"/>
        <p:guide pos="7056"/>
        <p:guide orient="horz" pos="3168"/>
      </p:guideLst>
    </p:cSldViewPr>
  </p:slideViewPr>
  <p:outlineViewPr>
    <p:cViewPr>
      <p:scale>
        <a:sx n="33" d="100"/>
        <a:sy n="33" d="100"/>
      </p:scale>
      <p:origin x="0" y="-1103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DA263C0-EE2F-4366-9134-696C45648023}" type="doc">
      <dgm:prSet loTypeId="urn:microsoft.com/office/officeart/2005/8/layout/cycle2" loCatId="cycle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1CF696E8-9051-46C9-9F86-6DCD75FBC9B7}">
      <dgm:prSet phldrT="[Text]" phldr="0" custT="1"/>
      <dgm:spPr/>
      <dgm:t>
        <a:bodyPr/>
        <a:lstStyle/>
        <a:p>
          <a:r>
            <a:rPr lang="en-US" sz="1200" b="1" dirty="0">
              <a:solidFill>
                <a:schemeClr val="bg1"/>
              </a:solidFill>
            </a:rPr>
            <a:t>Prepare</a:t>
          </a:r>
        </a:p>
      </dgm:t>
    </dgm:pt>
    <dgm:pt modelId="{E0F12A04-E419-463D-85CF-B233B5CC6044}" type="parTrans" cxnId="{CC84E1E7-CD46-4851-AB7A-2A2939B4EFB0}">
      <dgm:prSet/>
      <dgm:spPr/>
      <dgm:t>
        <a:bodyPr/>
        <a:lstStyle/>
        <a:p>
          <a:endParaRPr lang="en-US" sz="2000" b="1">
            <a:solidFill>
              <a:schemeClr val="bg1"/>
            </a:solidFill>
          </a:endParaRPr>
        </a:p>
      </dgm:t>
    </dgm:pt>
    <dgm:pt modelId="{65D4780A-73B0-44D0-B038-4524459001FB}" type="sibTrans" cxnId="{CC84E1E7-CD46-4851-AB7A-2A2939B4EFB0}">
      <dgm:prSet custT="1"/>
      <dgm:spPr/>
      <dgm:t>
        <a:bodyPr/>
        <a:lstStyle/>
        <a:p>
          <a:endParaRPr lang="en-US" sz="1000" b="1">
            <a:solidFill>
              <a:schemeClr val="bg1"/>
            </a:solidFill>
          </a:endParaRPr>
        </a:p>
      </dgm:t>
    </dgm:pt>
    <dgm:pt modelId="{3F398D3C-2B75-4F3F-8F24-536C53BBCDD1}">
      <dgm:prSet phldrT="[Text]" phldr="0" custT="1"/>
      <dgm:spPr/>
      <dgm:t>
        <a:bodyPr/>
        <a:lstStyle/>
        <a:p>
          <a:r>
            <a:rPr lang="en-US" sz="1200" b="1" dirty="0">
              <a:solidFill>
                <a:schemeClr val="bg1"/>
              </a:solidFill>
            </a:rPr>
            <a:t>Model</a:t>
          </a:r>
        </a:p>
      </dgm:t>
    </dgm:pt>
    <dgm:pt modelId="{E68CD0DC-BB2A-490C-B80E-316E761D165C}" type="parTrans" cxnId="{DCB42DCE-458A-4CF5-AED4-BA71C57140B9}">
      <dgm:prSet/>
      <dgm:spPr/>
      <dgm:t>
        <a:bodyPr/>
        <a:lstStyle/>
        <a:p>
          <a:endParaRPr lang="en-US" sz="2000" b="1">
            <a:solidFill>
              <a:schemeClr val="bg1"/>
            </a:solidFill>
          </a:endParaRPr>
        </a:p>
      </dgm:t>
    </dgm:pt>
    <dgm:pt modelId="{06ECD0EC-0915-46EE-86FB-2B3DEDB40DED}" type="sibTrans" cxnId="{DCB42DCE-458A-4CF5-AED4-BA71C57140B9}">
      <dgm:prSet custT="1"/>
      <dgm:spPr/>
      <dgm:t>
        <a:bodyPr/>
        <a:lstStyle/>
        <a:p>
          <a:endParaRPr lang="en-US" sz="1000" b="1">
            <a:solidFill>
              <a:schemeClr val="bg1"/>
            </a:solidFill>
          </a:endParaRPr>
        </a:p>
      </dgm:t>
    </dgm:pt>
    <dgm:pt modelId="{FF1F4054-6BB4-4B6A-8E4B-5D3AE4116095}">
      <dgm:prSet phldrT="[Text]" phldr="0" custT="1"/>
      <dgm:spPr/>
      <dgm:t>
        <a:bodyPr/>
        <a:lstStyle/>
        <a:p>
          <a:r>
            <a:rPr lang="en-US" sz="1200" b="1" dirty="0">
              <a:solidFill>
                <a:schemeClr val="bg1"/>
              </a:solidFill>
            </a:rPr>
            <a:t>Visualize</a:t>
          </a:r>
        </a:p>
      </dgm:t>
    </dgm:pt>
    <dgm:pt modelId="{7B2E9757-BDBD-4AAD-94ED-B719B09623F9}" type="parTrans" cxnId="{9DB545DA-6B0B-4E9A-8547-69BA0493B2ED}">
      <dgm:prSet/>
      <dgm:spPr/>
      <dgm:t>
        <a:bodyPr/>
        <a:lstStyle/>
        <a:p>
          <a:endParaRPr lang="en-US" sz="2000" b="1">
            <a:solidFill>
              <a:schemeClr val="bg1"/>
            </a:solidFill>
          </a:endParaRPr>
        </a:p>
      </dgm:t>
    </dgm:pt>
    <dgm:pt modelId="{B79A86F2-E66C-4AEF-8CCD-DBF5AF3D01FB}" type="sibTrans" cxnId="{9DB545DA-6B0B-4E9A-8547-69BA0493B2ED}">
      <dgm:prSet custT="1"/>
      <dgm:spPr/>
      <dgm:t>
        <a:bodyPr/>
        <a:lstStyle/>
        <a:p>
          <a:endParaRPr lang="en-US" sz="1000" b="1">
            <a:solidFill>
              <a:schemeClr val="bg1"/>
            </a:solidFill>
          </a:endParaRPr>
        </a:p>
      </dgm:t>
    </dgm:pt>
    <dgm:pt modelId="{71AB97B4-AAF4-4C99-87DF-20848B31FAF5}">
      <dgm:prSet phldrT="[Text]" phldr="0" custT="1"/>
      <dgm:spPr/>
      <dgm:t>
        <a:bodyPr/>
        <a:lstStyle/>
        <a:p>
          <a:r>
            <a:rPr lang="en-US" sz="1200" b="1" dirty="0">
              <a:solidFill>
                <a:schemeClr val="bg1"/>
              </a:solidFill>
            </a:rPr>
            <a:t>Analyze</a:t>
          </a:r>
        </a:p>
      </dgm:t>
    </dgm:pt>
    <dgm:pt modelId="{EFAC0E68-0879-4C5D-AB89-A3C13A1B3562}" type="parTrans" cxnId="{0C946404-E809-4081-932A-0020E2C0EE3D}">
      <dgm:prSet/>
      <dgm:spPr/>
      <dgm:t>
        <a:bodyPr/>
        <a:lstStyle/>
        <a:p>
          <a:endParaRPr lang="en-US" sz="2000" b="1">
            <a:solidFill>
              <a:schemeClr val="bg1"/>
            </a:solidFill>
          </a:endParaRPr>
        </a:p>
      </dgm:t>
    </dgm:pt>
    <dgm:pt modelId="{8B17F99F-FCB8-4E0A-B6DD-2282DAA37D00}" type="sibTrans" cxnId="{0C946404-E809-4081-932A-0020E2C0EE3D}">
      <dgm:prSet custT="1"/>
      <dgm:spPr/>
      <dgm:t>
        <a:bodyPr/>
        <a:lstStyle/>
        <a:p>
          <a:endParaRPr lang="en-US" sz="1000" b="1">
            <a:solidFill>
              <a:schemeClr val="bg1"/>
            </a:solidFill>
          </a:endParaRPr>
        </a:p>
      </dgm:t>
    </dgm:pt>
    <dgm:pt modelId="{38855099-1905-4F79-8CCD-31204D1AB960}">
      <dgm:prSet phldrT="[Text]" phldr="0" custT="1"/>
      <dgm:spPr/>
      <dgm:t>
        <a:bodyPr/>
        <a:lstStyle/>
        <a:p>
          <a:r>
            <a:rPr lang="en-US" sz="1200" b="1" dirty="0">
              <a:solidFill>
                <a:schemeClr val="bg1"/>
              </a:solidFill>
            </a:rPr>
            <a:t>Manage</a:t>
          </a:r>
        </a:p>
      </dgm:t>
    </dgm:pt>
    <dgm:pt modelId="{0309E77D-20CA-4C7B-BB61-8A693A6CA862}" type="parTrans" cxnId="{FAAF2FE9-44FC-4D34-9060-049C4D2F88DC}">
      <dgm:prSet/>
      <dgm:spPr/>
      <dgm:t>
        <a:bodyPr/>
        <a:lstStyle/>
        <a:p>
          <a:endParaRPr lang="en-US" sz="2000" b="1">
            <a:solidFill>
              <a:schemeClr val="bg1"/>
            </a:solidFill>
          </a:endParaRPr>
        </a:p>
      </dgm:t>
    </dgm:pt>
    <dgm:pt modelId="{1BE69C16-BF18-4576-B0C8-17093FDA8914}" type="sibTrans" cxnId="{FAAF2FE9-44FC-4D34-9060-049C4D2F88DC}">
      <dgm:prSet custT="1"/>
      <dgm:spPr/>
      <dgm:t>
        <a:bodyPr/>
        <a:lstStyle/>
        <a:p>
          <a:endParaRPr lang="en-US" sz="1000" b="1">
            <a:solidFill>
              <a:schemeClr val="bg1"/>
            </a:solidFill>
          </a:endParaRPr>
        </a:p>
      </dgm:t>
    </dgm:pt>
    <dgm:pt modelId="{FC679087-3FB4-4E5B-BC6B-C1319E9C726B}" type="pres">
      <dgm:prSet presAssocID="{EDA263C0-EE2F-4366-9134-696C45648023}" presName="cycle" presStyleCnt="0">
        <dgm:presLayoutVars>
          <dgm:dir/>
          <dgm:resizeHandles val="exact"/>
        </dgm:presLayoutVars>
      </dgm:prSet>
      <dgm:spPr/>
    </dgm:pt>
    <dgm:pt modelId="{1D75FA47-7B0C-4CDF-8CA9-BF907DEF78FD}" type="pres">
      <dgm:prSet presAssocID="{1CF696E8-9051-46C9-9F86-6DCD75FBC9B7}" presName="node" presStyleLbl="node1" presStyleIdx="0" presStyleCnt="5" custScaleX="116633">
        <dgm:presLayoutVars>
          <dgm:bulletEnabled val="1"/>
        </dgm:presLayoutVars>
      </dgm:prSet>
      <dgm:spPr/>
    </dgm:pt>
    <dgm:pt modelId="{BEA5F634-EF32-45E1-B7B5-668F5BAF88A2}" type="pres">
      <dgm:prSet presAssocID="{65D4780A-73B0-44D0-B038-4524459001FB}" presName="sibTrans" presStyleLbl="sibTrans2D1" presStyleIdx="0" presStyleCnt="5"/>
      <dgm:spPr/>
    </dgm:pt>
    <dgm:pt modelId="{EAA376BF-2DF1-48E5-BA57-B69989683ABE}" type="pres">
      <dgm:prSet presAssocID="{65D4780A-73B0-44D0-B038-4524459001FB}" presName="connectorText" presStyleLbl="sibTrans2D1" presStyleIdx="0" presStyleCnt="5"/>
      <dgm:spPr/>
    </dgm:pt>
    <dgm:pt modelId="{DB55DD81-05F5-4974-9AE1-7CE87221E798}" type="pres">
      <dgm:prSet presAssocID="{3F398D3C-2B75-4F3F-8F24-536C53BBCDD1}" presName="node" presStyleLbl="node1" presStyleIdx="1" presStyleCnt="5" custScaleX="116633">
        <dgm:presLayoutVars>
          <dgm:bulletEnabled val="1"/>
        </dgm:presLayoutVars>
      </dgm:prSet>
      <dgm:spPr/>
    </dgm:pt>
    <dgm:pt modelId="{B1E1ACD3-6EA3-4063-80C9-DF89B2BB530E}" type="pres">
      <dgm:prSet presAssocID="{06ECD0EC-0915-46EE-86FB-2B3DEDB40DED}" presName="sibTrans" presStyleLbl="sibTrans2D1" presStyleIdx="1" presStyleCnt="5"/>
      <dgm:spPr/>
    </dgm:pt>
    <dgm:pt modelId="{DAE5BAA0-1560-45C2-A35A-D27DC9B249F6}" type="pres">
      <dgm:prSet presAssocID="{06ECD0EC-0915-46EE-86FB-2B3DEDB40DED}" presName="connectorText" presStyleLbl="sibTrans2D1" presStyleIdx="1" presStyleCnt="5"/>
      <dgm:spPr/>
    </dgm:pt>
    <dgm:pt modelId="{5C353729-11E0-4381-ADFB-B7C642AB34E5}" type="pres">
      <dgm:prSet presAssocID="{FF1F4054-6BB4-4B6A-8E4B-5D3AE4116095}" presName="node" presStyleLbl="node1" presStyleIdx="2" presStyleCnt="5" custScaleX="116633">
        <dgm:presLayoutVars>
          <dgm:bulletEnabled val="1"/>
        </dgm:presLayoutVars>
      </dgm:prSet>
      <dgm:spPr/>
    </dgm:pt>
    <dgm:pt modelId="{D5C2AB2F-7F49-4E35-9F81-4F0745EC9C50}" type="pres">
      <dgm:prSet presAssocID="{B79A86F2-E66C-4AEF-8CCD-DBF5AF3D01FB}" presName="sibTrans" presStyleLbl="sibTrans2D1" presStyleIdx="2" presStyleCnt="5"/>
      <dgm:spPr/>
    </dgm:pt>
    <dgm:pt modelId="{9E6E5E77-8B31-4F9E-AD7E-603A79DD2C86}" type="pres">
      <dgm:prSet presAssocID="{B79A86F2-E66C-4AEF-8CCD-DBF5AF3D01FB}" presName="connectorText" presStyleLbl="sibTrans2D1" presStyleIdx="2" presStyleCnt="5"/>
      <dgm:spPr/>
    </dgm:pt>
    <dgm:pt modelId="{AFFFF243-A2A0-4417-8B14-5F75DD2AC77F}" type="pres">
      <dgm:prSet presAssocID="{71AB97B4-AAF4-4C99-87DF-20848B31FAF5}" presName="node" presStyleLbl="node1" presStyleIdx="3" presStyleCnt="5" custScaleX="116633">
        <dgm:presLayoutVars>
          <dgm:bulletEnabled val="1"/>
        </dgm:presLayoutVars>
      </dgm:prSet>
      <dgm:spPr/>
    </dgm:pt>
    <dgm:pt modelId="{C5AE1C9D-722A-43BE-8CC8-B5AE73CCB3BE}" type="pres">
      <dgm:prSet presAssocID="{8B17F99F-FCB8-4E0A-B6DD-2282DAA37D00}" presName="sibTrans" presStyleLbl="sibTrans2D1" presStyleIdx="3" presStyleCnt="5"/>
      <dgm:spPr/>
    </dgm:pt>
    <dgm:pt modelId="{C36D9C46-12A0-4BA1-B670-421BD1ACF129}" type="pres">
      <dgm:prSet presAssocID="{8B17F99F-FCB8-4E0A-B6DD-2282DAA37D00}" presName="connectorText" presStyleLbl="sibTrans2D1" presStyleIdx="3" presStyleCnt="5"/>
      <dgm:spPr/>
    </dgm:pt>
    <dgm:pt modelId="{DEDBA954-66BD-488A-8493-643BFEFDF428}" type="pres">
      <dgm:prSet presAssocID="{38855099-1905-4F79-8CCD-31204D1AB960}" presName="node" presStyleLbl="node1" presStyleIdx="4" presStyleCnt="5" custScaleX="116633">
        <dgm:presLayoutVars>
          <dgm:bulletEnabled val="1"/>
        </dgm:presLayoutVars>
      </dgm:prSet>
      <dgm:spPr/>
    </dgm:pt>
    <dgm:pt modelId="{EA4C88B1-DA36-4455-A223-63557ED22F22}" type="pres">
      <dgm:prSet presAssocID="{1BE69C16-BF18-4576-B0C8-17093FDA8914}" presName="sibTrans" presStyleLbl="sibTrans2D1" presStyleIdx="4" presStyleCnt="5"/>
      <dgm:spPr/>
    </dgm:pt>
    <dgm:pt modelId="{37E736F6-84A5-4986-95AE-AE1D41CFF4CE}" type="pres">
      <dgm:prSet presAssocID="{1BE69C16-BF18-4576-B0C8-17093FDA8914}" presName="connectorText" presStyleLbl="sibTrans2D1" presStyleIdx="4" presStyleCnt="5"/>
      <dgm:spPr/>
    </dgm:pt>
  </dgm:ptLst>
  <dgm:cxnLst>
    <dgm:cxn modelId="{AA344300-8558-44CE-B368-8C2E28849CC4}" type="presOf" srcId="{1BE69C16-BF18-4576-B0C8-17093FDA8914}" destId="{EA4C88B1-DA36-4455-A223-63557ED22F22}" srcOrd="0" destOrd="0" presId="urn:microsoft.com/office/officeart/2005/8/layout/cycle2"/>
    <dgm:cxn modelId="{0C946404-E809-4081-932A-0020E2C0EE3D}" srcId="{EDA263C0-EE2F-4366-9134-696C45648023}" destId="{71AB97B4-AAF4-4C99-87DF-20848B31FAF5}" srcOrd="3" destOrd="0" parTransId="{EFAC0E68-0879-4C5D-AB89-A3C13A1B3562}" sibTransId="{8B17F99F-FCB8-4E0A-B6DD-2282DAA37D00}"/>
    <dgm:cxn modelId="{7CBB7536-1DC6-4C67-BD1D-F032BDA2A99F}" type="presOf" srcId="{06ECD0EC-0915-46EE-86FB-2B3DEDB40DED}" destId="{DAE5BAA0-1560-45C2-A35A-D27DC9B249F6}" srcOrd="1" destOrd="0" presId="urn:microsoft.com/office/officeart/2005/8/layout/cycle2"/>
    <dgm:cxn modelId="{7F592A67-1A12-4888-B3B5-D190BCB37151}" type="presOf" srcId="{06ECD0EC-0915-46EE-86FB-2B3DEDB40DED}" destId="{B1E1ACD3-6EA3-4063-80C9-DF89B2BB530E}" srcOrd="0" destOrd="0" presId="urn:microsoft.com/office/officeart/2005/8/layout/cycle2"/>
    <dgm:cxn modelId="{F616D24C-9CBC-4549-AA19-2AD78C6224BE}" type="presOf" srcId="{71AB97B4-AAF4-4C99-87DF-20848B31FAF5}" destId="{AFFFF243-A2A0-4417-8B14-5F75DD2AC77F}" srcOrd="0" destOrd="0" presId="urn:microsoft.com/office/officeart/2005/8/layout/cycle2"/>
    <dgm:cxn modelId="{1779F974-BA9F-49FE-A3CC-9382D36E838B}" type="presOf" srcId="{8B17F99F-FCB8-4E0A-B6DD-2282DAA37D00}" destId="{C36D9C46-12A0-4BA1-B670-421BD1ACF129}" srcOrd="1" destOrd="0" presId="urn:microsoft.com/office/officeart/2005/8/layout/cycle2"/>
    <dgm:cxn modelId="{5237E377-2C5F-4BA1-B3C7-A20804D8A7F8}" type="presOf" srcId="{EDA263C0-EE2F-4366-9134-696C45648023}" destId="{FC679087-3FB4-4E5B-BC6B-C1319E9C726B}" srcOrd="0" destOrd="0" presId="urn:microsoft.com/office/officeart/2005/8/layout/cycle2"/>
    <dgm:cxn modelId="{2FE6267A-1C6D-4139-A5E1-4D61B4CD6EDD}" type="presOf" srcId="{8B17F99F-FCB8-4E0A-B6DD-2282DAA37D00}" destId="{C5AE1C9D-722A-43BE-8CC8-B5AE73CCB3BE}" srcOrd="0" destOrd="0" presId="urn:microsoft.com/office/officeart/2005/8/layout/cycle2"/>
    <dgm:cxn modelId="{CE64D18B-FF8D-4FCE-B713-7E70261BF67F}" type="presOf" srcId="{38855099-1905-4F79-8CCD-31204D1AB960}" destId="{DEDBA954-66BD-488A-8493-643BFEFDF428}" srcOrd="0" destOrd="0" presId="urn:microsoft.com/office/officeart/2005/8/layout/cycle2"/>
    <dgm:cxn modelId="{48B85D8D-2E94-4FCA-9AF6-E99DEA55857D}" type="presOf" srcId="{3F398D3C-2B75-4F3F-8F24-536C53BBCDD1}" destId="{DB55DD81-05F5-4974-9AE1-7CE87221E798}" srcOrd="0" destOrd="0" presId="urn:microsoft.com/office/officeart/2005/8/layout/cycle2"/>
    <dgm:cxn modelId="{F462E091-4CD2-47FA-A917-5662106C3EE7}" type="presOf" srcId="{1BE69C16-BF18-4576-B0C8-17093FDA8914}" destId="{37E736F6-84A5-4986-95AE-AE1D41CFF4CE}" srcOrd="1" destOrd="0" presId="urn:microsoft.com/office/officeart/2005/8/layout/cycle2"/>
    <dgm:cxn modelId="{867ADC9C-54CA-43BE-BABC-EBB74918E927}" type="presOf" srcId="{1CF696E8-9051-46C9-9F86-6DCD75FBC9B7}" destId="{1D75FA47-7B0C-4CDF-8CA9-BF907DEF78FD}" srcOrd="0" destOrd="0" presId="urn:microsoft.com/office/officeart/2005/8/layout/cycle2"/>
    <dgm:cxn modelId="{A9EBB7AE-6A6F-4687-944A-FFD1B0B2BB9E}" type="presOf" srcId="{65D4780A-73B0-44D0-B038-4524459001FB}" destId="{EAA376BF-2DF1-48E5-BA57-B69989683ABE}" srcOrd="1" destOrd="0" presId="urn:microsoft.com/office/officeart/2005/8/layout/cycle2"/>
    <dgm:cxn modelId="{0B3B78B3-F911-429C-86F5-B65A633F2D87}" type="presOf" srcId="{B79A86F2-E66C-4AEF-8CCD-DBF5AF3D01FB}" destId="{9E6E5E77-8B31-4F9E-AD7E-603A79DD2C86}" srcOrd="1" destOrd="0" presId="urn:microsoft.com/office/officeart/2005/8/layout/cycle2"/>
    <dgm:cxn modelId="{DAAE87BF-0454-4870-8BFD-434338D4F71B}" type="presOf" srcId="{65D4780A-73B0-44D0-B038-4524459001FB}" destId="{BEA5F634-EF32-45E1-B7B5-668F5BAF88A2}" srcOrd="0" destOrd="0" presId="urn:microsoft.com/office/officeart/2005/8/layout/cycle2"/>
    <dgm:cxn modelId="{DCB42DCE-458A-4CF5-AED4-BA71C57140B9}" srcId="{EDA263C0-EE2F-4366-9134-696C45648023}" destId="{3F398D3C-2B75-4F3F-8F24-536C53BBCDD1}" srcOrd="1" destOrd="0" parTransId="{E68CD0DC-BB2A-490C-B80E-316E761D165C}" sibTransId="{06ECD0EC-0915-46EE-86FB-2B3DEDB40DED}"/>
    <dgm:cxn modelId="{CABE5CD7-FCEA-48ED-BAF6-0AB3CC5A5F53}" type="presOf" srcId="{B79A86F2-E66C-4AEF-8CCD-DBF5AF3D01FB}" destId="{D5C2AB2F-7F49-4E35-9F81-4F0745EC9C50}" srcOrd="0" destOrd="0" presId="urn:microsoft.com/office/officeart/2005/8/layout/cycle2"/>
    <dgm:cxn modelId="{9DB545DA-6B0B-4E9A-8547-69BA0493B2ED}" srcId="{EDA263C0-EE2F-4366-9134-696C45648023}" destId="{FF1F4054-6BB4-4B6A-8E4B-5D3AE4116095}" srcOrd="2" destOrd="0" parTransId="{7B2E9757-BDBD-4AAD-94ED-B719B09623F9}" sibTransId="{B79A86F2-E66C-4AEF-8CCD-DBF5AF3D01FB}"/>
    <dgm:cxn modelId="{6C9EA9DD-FDB7-4E56-8883-A0FDA43D6D06}" type="presOf" srcId="{FF1F4054-6BB4-4B6A-8E4B-5D3AE4116095}" destId="{5C353729-11E0-4381-ADFB-B7C642AB34E5}" srcOrd="0" destOrd="0" presId="urn:microsoft.com/office/officeart/2005/8/layout/cycle2"/>
    <dgm:cxn modelId="{CC84E1E7-CD46-4851-AB7A-2A2939B4EFB0}" srcId="{EDA263C0-EE2F-4366-9134-696C45648023}" destId="{1CF696E8-9051-46C9-9F86-6DCD75FBC9B7}" srcOrd="0" destOrd="0" parTransId="{E0F12A04-E419-463D-85CF-B233B5CC6044}" sibTransId="{65D4780A-73B0-44D0-B038-4524459001FB}"/>
    <dgm:cxn modelId="{FAAF2FE9-44FC-4D34-9060-049C4D2F88DC}" srcId="{EDA263C0-EE2F-4366-9134-696C45648023}" destId="{38855099-1905-4F79-8CCD-31204D1AB960}" srcOrd="4" destOrd="0" parTransId="{0309E77D-20CA-4C7B-BB61-8A693A6CA862}" sibTransId="{1BE69C16-BF18-4576-B0C8-17093FDA8914}"/>
    <dgm:cxn modelId="{B4875C8F-1E47-4724-8080-15BA1039553C}" type="presParOf" srcId="{FC679087-3FB4-4E5B-BC6B-C1319E9C726B}" destId="{1D75FA47-7B0C-4CDF-8CA9-BF907DEF78FD}" srcOrd="0" destOrd="0" presId="urn:microsoft.com/office/officeart/2005/8/layout/cycle2"/>
    <dgm:cxn modelId="{B904A61E-2638-4A86-986C-458712CC04D2}" type="presParOf" srcId="{FC679087-3FB4-4E5B-BC6B-C1319E9C726B}" destId="{BEA5F634-EF32-45E1-B7B5-668F5BAF88A2}" srcOrd="1" destOrd="0" presId="urn:microsoft.com/office/officeart/2005/8/layout/cycle2"/>
    <dgm:cxn modelId="{19A09CF9-3A31-48EF-A86B-00724B3C4D08}" type="presParOf" srcId="{BEA5F634-EF32-45E1-B7B5-668F5BAF88A2}" destId="{EAA376BF-2DF1-48E5-BA57-B69989683ABE}" srcOrd="0" destOrd="0" presId="urn:microsoft.com/office/officeart/2005/8/layout/cycle2"/>
    <dgm:cxn modelId="{0EBDF987-7405-4F5A-9CA7-55332D3642F5}" type="presParOf" srcId="{FC679087-3FB4-4E5B-BC6B-C1319E9C726B}" destId="{DB55DD81-05F5-4974-9AE1-7CE87221E798}" srcOrd="2" destOrd="0" presId="urn:microsoft.com/office/officeart/2005/8/layout/cycle2"/>
    <dgm:cxn modelId="{474AF73E-EFE3-460A-BE2B-36DE9DE508A0}" type="presParOf" srcId="{FC679087-3FB4-4E5B-BC6B-C1319E9C726B}" destId="{B1E1ACD3-6EA3-4063-80C9-DF89B2BB530E}" srcOrd="3" destOrd="0" presId="urn:microsoft.com/office/officeart/2005/8/layout/cycle2"/>
    <dgm:cxn modelId="{85FA08B0-2F8A-43E0-B30A-71C8717D55A7}" type="presParOf" srcId="{B1E1ACD3-6EA3-4063-80C9-DF89B2BB530E}" destId="{DAE5BAA0-1560-45C2-A35A-D27DC9B249F6}" srcOrd="0" destOrd="0" presId="urn:microsoft.com/office/officeart/2005/8/layout/cycle2"/>
    <dgm:cxn modelId="{FD0AF3D0-9C24-427B-A1CC-B59F83A4ED5D}" type="presParOf" srcId="{FC679087-3FB4-4E5B-BC6B-C1319E9C726B}" destId="{5C353729-11E0-4381-ADFB-B7C642AB34E5}" srcOrd="4" destOrd="0" presId="urn:microsoft.com/office/officeart/2005/8/layout/cycle2"/>
    <dgm:cxn modelId="{9E32FF9C-7F05-4CEB-BB9C-B21513C6373F}" type="presParOf" srcId="{FC679087-3FB4-4E5B-BC6B-C1319E9C726B}" destId="{D5C2AB2F-7F49-4E35-9F81-4F0745EC9C50}" srcOrd="5" destOrd="0" presId="urn:microsoft.com/office/officeart/2005/8/layout/cycle2"/>
    <dgm:cxn modelId="{D43A87C0-12C0-432E-8E87-D78D7C98E01B}" type="presParOf" srcId="{D5C2AB2F-7F49-4E35-9F81-4F0745EC9C50}" destId="{9E6E5E77-8B31-4F9E-AD7E-603A79DD2C86}" srcOrd="0" destOrd="0" presId="urn:microsoft.com/office/officeart/2005/8/layout/cycle2"/>
    <dgm:cxn modelId="{7E6AEC29-D6D8-4223-8B5C-FE26D5DB895E}" type="presParOf" srcId="{FC679087-3FB4-4E5B-BC6B-C1319E9C726B}" destId="{AFFFF243-A2A0-4417-8B14-5F75DD2AC77F}" srcOrd="6" destOrd="0" presId="urn:microsoft.com/office/officeart/2005/8/layout/cycle2"/>
    <dgm:cxn modelId="{689C261D-5F16-4AC4-A1BA-E299008198C3}" type="presParOf" srcId="{FC679087-3FB4-4E5B-BC6B-C1319E9C726B}" destId="{C5AE1C9D-722A-43BE-8CC8-B5AE73CCB3BE}" srcOrd="7" destOrd="0" presId="urn:microsoft.com/office/officeart/2005/8/layout/cycle2"/>
    <dgm:cxn modelId="{64131C4A-464E-404E-9A80-77F49A29EA51}" type="presParOf" srcId="{C5AE1C9D-722A-43BE-8CC8-B5AE73CCB3BE}" destId="{C36D9C46-12A0-4BA1-B670-421BD1ACF129}" srcOrd="0" destOrd="0" presId="urn:microsoft.com/office/officeart/2005/8/layout/cycle2"/>
    <dgm:cxn modelId="{906030E7-7C01-4C38-B2F0-10E122318BEC}" type="presParOf" srcId="{FC679087-3FB4-4E5B-BC6B-C1319E9C726B}" destId="{DEDBA954-66BD-488A-8493-643BFEFDF428}" srcOrd="8" destOrd="0" presId="urn:microsoft.com/office/officeart/2005/8/layout/cycle2"/>
    <dgm:cxn modelId="{8C3F1920-2599-406C-88CC-8B6524BEF440}" type="presParOf" srcId="{FC679087-3FB4-4E5B-BC6B-C1319E9C726B}" destId="{EA4C88B1-DA36-4455-A223-63557ED22F22}" srcOrd="9" destOrd="0" presId="urn:microsoft.com/office/officeart/2005/8/layout/cycle2"/>
    <dgm:cxn modelId="{F9E8323F-1AB7-4BB6-B8A7-BC986739E534}" type="presParOf" srcId="{EA4C88B1-DA36-4455-A223-63557ED22F22}" destId="{37E736F6-84A5-4986-95AE-AE1D41CFF4CE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4FB5CB6-EBA4-4AF1-A964-208491D6806E}" type="doc">
      <dgm:prSet loTypeId="urn:microsoft.com/office/officeart/2005/8/layout/arrow2" loCatId="process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4453F969-DB7C-42A1-A9B7-5CDDBEE80790}">
      <dgm:prSet phldrT="[Text]" phldr="0" custT="1"/>
      <dgm:spPr/>
      <dgm:t>
        <a:bodyPr/>
        <a:lstStyle/>
        <a:p>
          <a:r>
            <a:rPr lang="en-US" sz="1600" b="1" dirty="0"/>
            <a:t>Free</a:t>
          </a:r>
        </a:p>
      </dgm:t>
    </dgm:pt>
    <dgm:pt modelId="{C9651CC2-EF3B-4ADC-B10E-B7638A92425D}" type="parTrans" cxnId="{BE04B17A-0FBF-484B-AB3E-FC24EAECDAFD}">
      <dgm:prSet/>
      <dgm:spPr/>
      <dgm:t>
        <a:bodyPr/>
        <a:lstStyle/>
        <a:p>
          <a:endParaRPr lang="en-US" sz="1100" b="1"/>
        </a:p>
      </dgm:t>
    </dgm:pt>
    <dgm:pt modelId="{5F96572A-1699-4C2B-A560-8AAADF283337}" type="sibTrans" cxnId="{BE04B17A-0FBF-484B-AB3E-FC24EAECDAFD}">
      <dgm:prSet/>
      <dgm:spPr/>
      <dgm:t>
        <a:bodyPr/>
        <a:lstStyle/>
        <a:p>
          <a:endParaRPr lang="en-US" sz="1100" b="1"/>
        </a:p>
      </dgm:t>
    </dgm:pt>
    <dgm:pt modelId="{B8654CC6-31F7-4237-8325-A8A19EF32201}">
      <dgm:prSet phldrT="[Text]" phldr="0" custT="1"/>
      <dgm:spPr/>
      <dgm:t>
        <a:bodyPr/>
        <a:lstStyle/>
        <a:p>
          <a:r>
            <a:rPr lang="en-US" sz="1600" b="1" dirty="0"/>
            <a:t>Pro</a:t>
          </a:r>
        </a:p>
      </dgm:t>
    </dgm:pt>
    <dgm:pt modelId="{044B88DB-C102-402F-891C-52FFE6C3F6C7}" type="parTrans" cxnId="{8CA35E5D-24DE-494A-B195-978CE800E4F7}">
      <dgm:prSet/>
      <dgm:spPr/>
      <dgm:t>
        <a:bodyPr/>
        <a:lstStyle/>
        <a:p>
          <a:endParaRPr lang="en-US" sz="1100" b="1"/>
        </a:p>
      </dgm:t>
    </dgm:pt>
    <dgm:pt modelId="{5304F5C7-CC13-4D51-BB9C-6A86D4B7170A}" type="sibTrans" cxnId="{8CA35E5D-24DE-494A-B195-978CE800E4F7}">
      <dgm:prSet/>
      <dgm:spPr/>
      <dgm:t>
        <a:bodyPr/>
        <a:lstStyle/>
        <a:p>
          <a:endParaRPr lang="en-US" sz="1100" b="1"/>
        </a:p>
      </dgm:t>
    </dgm:pt>
    <dgm:pt modelId="{95C16B97-3FDF-4D78-BBB9-9392F9429434}">
      <dgm:prSet phldrT="[Text]" phldr="0" custT="1"/>
      <dgm:spPr/>
      <dgm:t>
        <a:bodyPr/>
        <a:lstStyle/>
        <a:p>
          <a:r>
            <a:rPr lang="en-US" sz="1600" b="1" dirty="0"/>
            <a:t>Premium</a:t>
          </a:r>
        </a:p>
      </dgm:t>
    </dgm:pt>
    <dgm:pt modelId="{3DCAABB3-5844-4C8E-847E-EEB28604B3F9}" type="parTrans" cxnId="{1F55B217-52FD-4921-A177-CAD723C61861}">
      <dgm:prSet/>
      <dgm:spPr/>
      <dgm:t>
        <a:bodyPr/>
        <a:lstStyle/>
        <a:p>
          <a:endParaRPr lang="en-US" sz="1100" b="1"/>
        </a:p>
      </dgm:t>
    </dgm:pt>
    <dgm:pt modelId="{116C690C-068B-4737-8BB1-DAFCFA81FDAA}" type="sibTrans" cxnId="{1F55B217-52FD-4921-A177-CAD723C61861}">
      <dgm:prSet/>
      <dgm:spPr/>
      <dgm:t>
        <a:bodyPr/>
        <a:lstStyle/>
        <a:p>
          <a:endParaRPr lang="en-US" sz="1100" b="1"/>
        </a:p>
      </dgm:t>
    </dgm:pt>
    <dgm:pt modelId="{6C480503-7833-48B0-8DEE-C46E6579CC2A}" type="pres">
      <dgm:prSet presAssocID="{F4FB5CB6-EBA4-4AF1-A964-208491D6806E}" presName="arrowDiagram" presStyleCnt="0">
        <dgm:presLayoutVars>
          <dgm:chMax val="5"/>
          <dgm:dir/>
          <dgm:resizeHandles val="exact"/>
        </dgm:presLayoutVars>
      </dgm:prSet>
      <dgm:spPr/>
    </dgm:pt>
    <dgm:pt modelId="{EA865C5B-9432-468E-BBB8-18C45EB854B4}" type="pres">
      <dgm:prSet presAssocID="{F4FB5CB6-EBA4-4AF1-A964-208491D6806E}" presName="arrow" presStyleLbl="bgShp" presStyleIdx="0" presStyleCnt="1"/>
      <dgm:spPr/>
    </dgm:pt>
    <dgm:pt modelId="{06F70A69-E1F3-4B6D-A823-802909EFCECD}" type="pres">
      <dgm:prSet presAssocID="{F4FB5CB6-EBA4-4AF1-A964-208491D6806E}" presName="arrowDiagram3" presStyleCnt="0"/>
      <dgm:spPr/>
    </dgm:pt>
    <dgm:pt modelId="{AA7CDE4C-EDF5-4E42-88E3-4F00C32F34B2}" type="pres">
      <dgm:prSet presAssocID="{4453F969-DB7C-42A1-A9B7-5CDDBEE80790}" presName="bullet3a" presStyleLbl="node1" presStyleIdx="0" presStyleCnt="3"/>
      <dgm:spPr/>
    </dgm:pt>
    <dgm:pt modelId="{F4DC4BC9-3993-44B4-A218-45EB80965B4E}" type="pres">
      <dgm:prSet presAssocID="{4453F969-DB7C-42A1-A9B7-5CDDBEE80790}" presName="textBox3a" presStyleLbl="revTx" presStyleIdx="0" presStyleCnt="3">
        <dgm:presLayoutVars>
          <dgm:bulletEnabled val="1"/>
        </dgm:presLayoutVars>
      </dgm:prSet>
      <dgm:spPr/>
    </dgm:pt>
    <dgm:pt modelId="{2D0ED859-4626-4542-B178-7F2BF790D6C5}" type="pres">
      <dgm:prSet presAssocID="{B8654CC6-31F7-4237-8325-A8A19EF32201}" presName="bullet3b" presStyleLbl="node1" presStyleIdx="1" presStyleCnt="3"/>
      <dgm:spPr/>
    </dgm:pt>
    <dgm:pt modelId="{BC94C53E-B99E-489C-8C74-82E91EFF3C14}" type="pres">
      <dgm:prSet presAssocID="{B8654CC6-31F7-4237-8325-A8A19EF32201}" presName="textBox3b" presStyleLbl="revTx" presStyleIdx="1" presStyleCnt="3">
        <dgm:presLayoutVars>
          <dgm:bulletEnabled val="1"/>
        </dgm:presLayoutVars>
      </dgm:prSet>
      <dgm:spPr/>
    </dgm:pt>
    <dgm:pt modelId="{06F1FD10-71FE-4E66-A978-71CC4303AC27}" type="pres">
      <dgm:prSet presAssocID="{95C16B97-3FDF-4D78-BBB9-9392F9429434}" presName="bullet3c" presStyleLbl="node1" presStyleIdx="2" presStyleCnt="3"/>
      <dgm:spPr/>
    </dgm:pt>
    <dgm:pt modelId="{3DE64514-EDE5-401D-8BF4-FB43E21FF4E0}" type="pres">
      <dgm:prSet presAssocID="{95C16B97-3FDF-4D78-BBB9-9392F9429434}" presName="textBox3c" presStyleLbl="revTx" presStyleIdx="2" presStyleCnt="3">
        <dgm:presLayoutVars>
          <dgm:bulletEnabled val="1"/>
        </dgm:presLayoutVars>
      </dgm:prSet>
      <dgm:spPr/>
    </dgm:pt>
  </dgm:ptLst>
  <dgm:cxnLst>
    <dgm:cxn modelId="{1F55B217-52FD-4921-A177-CAD723C61861}" srcId="{F4FB5CB6-EBA4-4AF1-A964-208491D6806E}" destId="{95C16B97-3FDF-4D78-BBB9-9392F9429434}" srcOrd="2" destOrd="0" parTransId="{3DCAABB3-5844-4C8E-847E-EEB28604B3F9}" sibTransId="{116C690C-068B-4737-8BB1-DAFCFA81FDAA}"/>
    <dgm:cxn modelId="{8CA35E5D-24DE-494A-B195-978CE800E4F7}" srcId="{F4FB5CB6-EBA4-4AF1-A964-208491D6806E}" destId="{B8654CC6-31F7-4237-8325-A8A19EF32201}" srcOrd="1" destOrd="0" parTransId="{044B88DB-C102-402F-891C-52FFE6C3F6C7}" sibTransId="{5304F5C7-CC13-4D51-BB9C-6A86D4B7170A}"/>
    <dgm:cxn modelId="{B86B3241-784F-4292-8531-EDF31F38CAFF}" type="presOf" srcId="{4453F969-DB7C-42A1-A9B7-5CDDBEE80790}" destId="{F4DC4BC9-3993-44B4-A218-45EB80965B4E}" srcOrd="0" destOrd="0" presId="urn:microsoft.com/office/officeart/2005/8/layout/arrow2"/>
    <dgm:cxn modelId="{BE04B17A-0FBF-484B-AB3E-FC24EAECDAFD}" srcId="{F4FB5CB6-EBA4-4AF1-A964-208491D6806E}" destId="{4453F969-DB7C-42A1-A9B7-5CDDBEE80790}" srcOrd="0" destOrd="0" parTransId="{C9651CC2-EF3B-4ADC-B10E-B7638A92425D}" sibTransId="{5F96572A-1699-4C2B-A560-8AAADF283337}"/>
    <dgm:cxn modelId="{79EFFB7A-9FC8-4393-8F49-DB418EB433CB}" type="presOf" srcId="{95C16B97-3FDF-4D78-BBB9-9392F9429434}" destId="{3DE64514-EDE5-401D-8BF4-FB43E21FF4E0}" srcOrd="0" destOrd="0" presId="urn:microsoft.com/office/officeart/2005/8/layout/arrow2"/>
    <dgm:cxn modelId="{822CAEB0-EB59-48B9-A8ED-E30246F688C8}" type="presOf" srcId="{F4FB5CB6-EBA4-4AF1-A964-208491D6806E}" destId="{6C480503-7833-48B0-8DEE-C46E6579CC2A}" srcOrd="0" destOrd="0" presId="urn:microsoft.com/office/officeart/2005/8/layout/arrow2"/>
    <dgm:cxn modelId="{4F4B18C4-FDAD-4835-A1FB-BC9E801827F6}" type="presOf" srcId="{B8654CC6-31F7-4237-8325-A8A19EF32201}" destId="{BC94C53E-B99E-489C-8C74-82E91EFF3C14}" srcOrd="0" destOrd="0" presId="urn:microsoft.com/office/officeart/2005/8/layout/arrow2"/>
    <dgm:cxn modelId="{B348141B-3429-4F1C-A206-A06829F07884}" type="presParOf" srcId="{6C480503-7833-48B0-8DEE-C46E6579CC2A}" destId="{EA865C5B-9432-468E-BBB8-18C45EB854B4}" srcOrd="0" destOrd="0" presId="urn:microsoft.com/office/officeart/2005/8/layout/arrow2"/>
    <dgm:cxn modelId="{2FEB21D7-CD0C-4371-8778-45463DE22D9C}" type="presParOf" srcId="{6C480503-7833-48B0-8DEE-C46E6579CC2A}" destId="{06F70A69-E1F3-4B6D-A823-802909EFCECD}" srcOrd="1" destOrd="0" presId="urn:microsoft.com/office/officeart/2005/8/layout/arrow2"/>
    <dgm:cxn modelId="{7C00515F-675C-4652-96B1-C2418EC5C77D}" type="presParOf" srcId="{06F70A69-E1F3-4B6D-A823-802909EFCECD}" destId="{AA7CDE4C-EDF5-4E42-88E3-4F00C32F34B2}" srcOrd="0" destOrd="0" presId="urn:microsoft.com/office/officeart/2005/8/layout/arrow2"/>
    <dgm:cxn modelId="{FF210C30-A950-49D2-8202-E4E9C2B52514}" type="presParOf" srcId="{06F70A69-E1F3-4B6D-A823-802909EFCECD}" destId="{F4DC4BC9-3993-44B4-A218-45EB80965B4E}" srcOrd="1" destOrd="0" presId="urn:microsoft.com/office/officeart/2005/8/layout/arrow2"/>
    <dgm:cxn modelId="{4C28BCC3-864C-4B34-971D-FB16746B6659}" type="presParOf" srcId="{06F70A69-E1F3-4B6D-A823-802909EFCECD}" destId="{2D0ED859-4626-4542-B178-7F2BF790D6C5}" srcOrd="2" destOrd="0" presId="urn:microsoft.com/office/officeart/2005/8/layout/arrow2"/>
    <dgm:cxn modelId="{80924CD1-B415-4B18-8CD8-83080AFFEFCF}" type="presParOf" srcId="{06F70A69-E1F3-4B6D-A823-802909EFCECD}" destId="{BC94C53E-B99E-489C-8C74-82E91EFF3C14}" srcOrd="3" destOrd="0" presId="urn:microsoft.com/office/officeart/2005/8/layout/arrow2"/>
    <dgm:cxn modelId="{CCDF623D-50D6-49FA-A45F-39C45D8BF655}" type="presParOf" srcId="{06F70A69-E1F3-4B6D-A823-802909EFCECD}" destId="{06F1FD10-71FE-4E66-A978-71CC4303AC27}" srcOrd="4" destOrd="0" presId="urn:microsoft.com/office/officeart/2005/8/layout/arrow2"/>
    <dgm:cxn modelId="{38590C7A-B11C-4B88-B0B9-FCE12220F7AB}" type="presParOf" srcId="{06F70A69-E1F3-4B6D-A823-802909EFCECD}" destId="{3DE64514-EDE5-401D-8BF4-FB43E21FF4E0}" srcOrd="5" destOrd="0" presId="urn:microsoft.com/office/officeart/2005/8/layout/arrow2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D75FA47-7B0C-4CDF-8CA9-BF907DEF78FD}">
      <dsp:nvSpPr>
        <dsp:cNvPr id="0" name=""/>
        <dsp:cNvSpPr/>
      </dsp:nvSpPr>
      <dsp:spPr>
        <a:xfrm>
          <a:off x="1969835" y="434"/>
          <a:ext cx="1035611" cy="88792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>
              <a:solidFill>
                <a:schemeClr val="bg1"/>
              </a:solidFill>
            </a:rPr>
            <a:t>Prepare</a:t>
          </a:r>
        </a:p>
      </dsp:txBody>
      <dsp:txXfrm>
        <a:off x="2121497" y="130467"/>
        <a:ext cx="732287" cy="627856"/>
      </dsp:txXfrm>
    </dsp:sp>
    <dsp:sp modelId="{BEA5F634-EF32-45E1-B7B5-668F5BAF88A2}">
      <dsp:nvSpPr>
        <dsp:cNvPr id="0" name=""/>
        <dsp:cNvSpPr/>
      </dsp:nvSpPr>
      <dsp:spPr>
        <a:xfrm rot="2160000">
          <a:off x="2928311" y="683689"/>
          <a:ext cx="189845" cy="299673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b="1" kern="1200">
            <a:solidFill>
              <a:schemeClr val="bg1"/>
            </a:solidFill>
          </a:endParaRPr>
        </a:p>
      </dsp:txBody>
      <dsp:txXfrm>
        <a:off x="2933750" y="726886"/>
        <a:ext cx="132892" cy="179803"/>
      </dsp:txXfrm>
    </dsp:sp>
    <dsp:sp modelId="{DB55DD81-05F5-4974-9AE1-7CE87221E798}">
      <dsp:nvSpPr>
        <dsp:cNvPr id="0" name=""/>
        <dsp:cNvSpPr/>
      </dsp:nvSpPr>
      <dsp:spPr>
        <a:xfrm>
          <a:off x="3049715" y="785012"/>
          <a:ext cx="1035611" cy="887922"/>
        </a:xfrm>
        <a:prstGeom prst="ellipse">
          <a:avLst/>
        </a:prstGeom>
        <a:solidFill>
          <a:schemeClr val="accent3">
            <a:hueOff val="-4581898"/>
            <a:satOff val="0"/>
            <a:lumOff val="-475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>
              <a:solidFill>
                <a:schemeClr val="bg1"/>
              </a:solidFill>
            </a:rPr>
            <a:t>Model</a:t>
          </a:r>
        </a:p>
      </dsp:txBody>
      <dsp:txXfrm>
        <a:off x="3201377" y="915045"/>
        <a:ext cx="732287" cy="627856"/>
      </dsp:txXfrm>
    </dsp:sp>
    <dsp:sp modelId="{B1E1ACD3-6EA3-4063-80C9-DF89B2BB530E}">
      <dsp:nvSpPr>
        <dsp:cNvPr id="0" name=""/>
        <dsp:cNvSpPr/>
      </dsp:nvSpPr>
      <dsp:spPr>
        <a:xfrm rot="6480000">
          <a:off x="3247910" y="1707661"/>
          <a:ext cx="230779" cy="299673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-4581898"/>
            <a:satOff val="0"/>
            <a:lumOff val="-4755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b="1" kern="1200">
            <a:solidFill>
              <a:schemeClr val="bg1"/>
            </a:solidFill>
          </a:endParaRPr>
        </a:p>
      </dsp:txBody>
      <dsp:txXfrm rot="10800000">
        <a:off x="3293224" y="1734673"/>
        <a:ext cx="161545" cy="179803"/>
      </dsp:txXfrm>
    </dsp:sp>
    <dsp:sp modelId="{5C353729-11E0-4381-ADFB-B7C642AB34E5}">
      <dsp:nvSpPr>
        <dsp:cNvPr id="0" name=""/>
        <dsp:cNvSpPr/>
      </dsp:nvSpPr>
      <dsp:spPr>
        <a:xfrm>
          <a:off x="2637237" y="2054486"/>
          <a:ext cx="1035611" cy="887922"/>
        </a:xfrm>
        <a:prstGeom prst="ellipse">
          <a:avLst/>
        </a:prstGeom>
        <a:solidFill>
          <a:schemeClr val="accent3">
            <a:hueOff val="-9163796"/>
            <a:satOff val="0"/>
            <a:lumOff val="-9509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>
              <a:solidFill>
                <a:schemeClr val="bg1"/>
              </a:solidFill>
            </a:rPr>
            <a:t>Visualize</a:t>
          </a:r>
        </a:p>
      </dsp:txBody>
      <dsp:txXfrm>
        <a:off x="2788899" y="2184519"/>
        <a:ext cx="732287" cy="627856"/>
      </dsp:txXfrm>
    </dsp:sp>
    <dsp:sp modelId="{D5C2AB2F-7F49-4E35-9F81-4F0745EC9C50}">
      <dsp:nvSpPr>
        <dsp:cNvPr id="0" name=""/>
        <dsp:cNvSpPr/>
      </dsp:nvSpPr>
      <dsp:spPr>
        <a:xfrm rot="10800000">
          <a:off x="2412843" y="2348610"/>
          <a:ext cx="158572" cy="299673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-9163796"/>
            <a:satOff val="0"/>
            <a:lumOff val="-9509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b="1" kern="1200">
            <a:solidFill>
              <a:schemeClr val="bg1"/>
            </a:solidFill>
          </a:endParaRPr>
        </a:p>
      </dsp:txBody>
      <dsp:txXfrm rot="10800000">
        <a:off x="2460415" y="2408545"/>
        <a:ext cx="111000" cy="179803"/>
      </dsp:txXfrm>
    </dsp:sp>
    <dsp:sp modelId="{AFFFF243-A2A0-4417-8B14-5F75DD2AC77F}">
      <dsp:nvSpPr>
        <dsp:cNvPr id="0" name=""/>
        <dsp:cNvSpPr/>
      </dsp:nvSpPr>
      <dsp:spPr>
        <a:xfrm>
          <a:off x="1302434" y="2054486"/>
          <a:ext cx="1035611" cy="887922"/>
        </a:xfrm>
        <a:prstGeom prst="ellipse">
          <a:avLst/>
        </a:prstGeom>
        <a:solidFill>
          <a:schemeClr val="accent3">
            <a:hueOff val="-13745695"/>
            <a:satOff val="0"/>
            <a:lumOff val="-1426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>
              <a:solidFill>
                <a:schemeClr val="bg1"/>
              </a:solidFill>
            </a:rPr>
            <a:t>Analyze</a:t>
          </a:r>
        </a:p>
      </dsp:txBody>
      <dsp:txXfrm>
        <a:off x="1454096" y="2184519"/>
        <a:ext cx="732287" cy="627856"/>
      </dsp:txXfrm>
    </dsp:sp>
    <dsp:sp modelId="{C5AE1C9D-722A-43BE-8CC8-B5AE73CCB3BE}">
      <dsp:nvSpPr>
        <dsp:cNvPr id="0" name=""/>
        <dsp:cNvSpPr/>
      </dsp:nvSpPr>
      <dsp:spPr>
        <a:xfrm rot="15120000">
          <a:off x="1500629" y="1720085"/>
          <a:ext cx="230779" cy="299673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-13745695"/>
            <a:satOff val="0"/>
            <a:lumOff val="-14264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b="1" kern="1200">
            <a:solidFill>
              <a:schemeClr val="bg1"/>
            </a:solidFill>
          </a:endParaRPr>
        </a:p>
      </dsp:txBody>
      <dsp:txXfrm rot="10800000">
        <a:off x="1545943" y="1812943"/>
        <a:ext cx="161545" cy="179803"/>
      </dsp:txXfrm>
    </dsp:sp>
    <dsp:sp modelId="{DEDBA954-66BD-488A-8493-643BFEFDF428}">
      <dsp:nvSpPr>
        <dsp:cNvPr id="0" name=""/>
        <dsp:cNvSpPr/>
      </dsp:nvSpPr>
      <dsp:spPr>
        <a:xfrm>
          <a:off x="889956" y="785012"/>
          <a:ext cx="1035611" cy="887922"/>
        </a:xfrm>
        <a:prstGeom prst="ellipse">
          <a:avLst/>
        </a:prstGeom>
        <a:solidFill>
          <a:schemeClr val="accent3">
            <a:hueOff val="-18327592"/>
            <a:satOff val="0"/>
            <a:lumOff val="-1901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>
              <a:solidFill>
                <a:schemeClr val="bg1"/>
              </a:solidFill>
            </a:rPr>
            <a:t>Manage</a:t>
          </a:r>
        </a:p>
      </dsp:txBody>
      <dsp:txXfrm>
        <a:off x="1041618" y="915045"/>
        <a:ext cx="732287" cy="627856"/>
      </dsp:txXfrm>
    </dsp:sp>
    <dsp:sp modelId="{EA4C88B1-DA36-4455-A223-63557ED22F22}">
      <dsp:nvSpPr>
        <dsp:cNvPr id="0" name=""/>
        <dsp:cNvSpPr/>
      </dsp:nvSpPr>
      <dsp:spPr>
        <a:xfrm rot="19440000">
          <a:off x="1848432" y="690005"/>
          <a:ext cx="189845" cy="299673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-18327592"/>
            <a:satOff val="0"/>
            <a:lumOff val="-19018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b="1" kern="1200">
            <a:solidFill>
              <a:schemeClr val="bg1"/>
            </a:solidFill>
          </a:endParaRPr>
        </a:p>
      </dsp:txBody>
      <dsp:txXfrm>
        <a:off x="1853871" y="766678"/>
        <a:ext cx="132892" cy="17980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A865C5B-9432-468E-BBB8-18C45EB854B4}">
      <dsp:nvSpPr>
        <dsp:cNvPr id="0" name=""/>
        <dsp:cNvSpPr/>
      </dsp:nvSpPr>
      <dsp:spPr>
        <a:xfrm>
          <a:off x="866266" y="0"/>
          <a:ext cx="4293336" cy="2683334"/>
        </a:xfrm>
        <a:prstGeom prst="swooshArrow">
          <a:avLst>
            <a:gd name="adj1" fmla="val 25000"/>
            <a:gd name="adj2" fmla="val 25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A7CDE4C-EDF5-4E42-88E3-4F00C32F34B2}">
      <dsp:nvSpPr>
        <dsp:cNvPr id="0" name=""/>
        <dsp:cNvSpPr/>
      </dsp:nvSpPr>
      <dsp:spPr>
        <a:xfrm>
          <a:off x="1411520" y="1852037"/>
          <a:ext cx="111626" cy="111626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DC4BC9-3993-44B4-A218-45EB80965B4E}">
      <dsp:nvSpPr>
        <dsp:cNvPr id="0" name=""/>
        <dsp:cNvSpPr/>
      </dsp:nvSpPr>
      <dsp:spPr>
        <a:xfrm>
          <a:off x="1467333" y="1907851"/>
          <a:ext cx="1000347" cy="7754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9149" tIns="0" rIns="0" bIns="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Free</a:t>
          </a:r>
        </a:p>
      </dsp:txBody>
      <dsp:txXfrm>
        <a:off x="1467333" y="1907851"/>
        <a:ext cx="1000347" cy="775483"/>
      </dsp:txXfrm>
    </dsp:sp>
    <dsp:sp modelId="{2D0ED859-4626-4542-B178-7F2BF790D6C5}">
      <dsp:nvSpPr>
        <dsp:cNvPr id="0" name=""/>
        <dsp:cNvSpPr/>
      </dsp:nvSpPr>
      <dsp:spPr>
        <a:xfrm>
          <a:off x="2396840" y="1122707"/>
          <a:ext cx="201786" cy="201786"/>
        </a:xfrm>
        <a:prstGeom prst="ellipse">
          <a:avLst/>
        </a:prstGeom>
        <a:solidFill>
          <a:schemeClr val="accent3">
            <a:hueOff val="-9163796"/>
            <a:satOff val="0"/>
            <a:lumOff val="-9509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C94C53E-B99E-489C-8C74-82E91EFF3C14}">
      <dsp:nvSpPr>
        <dsp:cNvPr id="0" name=""/>
        <dsp:cNvSpPr/>
      </dsp:nvSpPr>
      <dsp:spPr>
        <a:xfrm>
          <a:off x="2497734" y="1223600"/>
          <a:ext cx="1030400" cy="14597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923" tIns="0" rIns="0" bIns="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Pro</a:t>
          </a:r>
        </a:p>
      </dsp:txBody>
      <dsp:txXfrm>
        <a:off x="2497734" y="1223600"/>
        <a:ext cx="1030400" cy="1459734"/>
      </dsp:txXfrm>
    </dsp:sp>
    <dsp:sp modelId="{06F1FD10-71FE-4E66-A978-71CC4303AC27}">
      <dsp:nvSpPr>
        <dsp:cNvPr id="0" name=""/>
        <dsp:cNvSpPr/>
      </dsp:nvSpPr>
      <dsp:spPr>
        <a:xfrm>
          <a:off x="3581801" y="678883"/>
          <a:ext cx="279066" cy="279066"/>
        </a:xfrm>
        <a:prstGeom prst="ellipse">
          <a:avLst/>
        </a:prstGeom>
        <a:solidFill>
          <a:schemeClr val="accent3">
            <a:hueOff val="-18327592"/>
            <a:satOff val="0"/>
            <a:lumOff val="-1901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E64514-EDE5-401D-8BF4-FB43E21FF4E0}">
      <dsp:nvSpPr>
        <dsp:cNvPr id="0" name=""/>
        <dsp:cNvSpPr/>
      </dsp:nvSpPr>
      <dsp:spPr>
        <a:xfrm>
          <a:off x="3721334" y="818417"/>
          <a:ext cx="1030400" cy="1864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7872" tIns="0" rIns="0" bIns="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Premium</a:t>
          </a:r>
        </a:p>
      </dsp:txBody>
      <dsp:txXfrm>
        <a:off x="3721334" y="818417"/>
        <a:ext cx="1030400" cy="186491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arrow2">
  <dgm:title val=""/>
  <dgm:desc val=""/>
  <dgm:catLst>
    <dgm:cat type="process" pri="2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arrowDiagram">
    <dgm:varLst>
      <dgm:chMax val="5"/>
      <dgm:dir/>
      <dgm:resizeHandles val="exact"/>
    </dgm:varLst>
    <dgm:alg type="composite">
      <dgm:param type="ar" val="1.6"/>
    </dgm:alg>
    <dgm:shape xmlns:r="http://schemas.openxmlformats.org/officeDocument/2006/relationships" r:blip="">
      <dgm:adjLst/>
    </dgm:shape>
    <dgm:presOf/>
    <dgm:constrLst>
      <dgm:constr type="l" for="ch" forName="arrow"/>
      <dgm:constr type="t" for="ch" forName="arrow"/>
      <dgm:constr type="w" for="ch" forName="arrow" refType="w"/>
      <dgm:constr type="h" for="ch" forName="arrow" refType="h"/>
      <dgm:constr type="ctrX" for="ch" forName="arrowDiagram1" refType="w" fact="0.5"/>
      <dgm:constr type="ctrY" for="ch" forName="arrowDiagram1" refType="h" fact="0.5"/>
      <dgm:constr type="w" for="ch" forName="arrowDiagram1" refType="w"/>
      <dgm:constr type="h" for="ch" forName="arrowDiagram1" refType="h"/>
      <dgm:constr type="ctrX" for="ch" forName="arrowDiagram2" refType="w" fact="0.5"/>
      <dgm:constr type="ctrY" for="ch" forName="arrowDiagram2" refType="h" fact="0.5"/>
      <dgm:constr type="w" for="ch" forName="arrowDiagram2" refType="w"/>
      <dgm:constr type="h" for="ch" forName="arrowDiagram2" refType="h"/>
      <dgm:constr type="ctrX" for="ch" forName="arrowDiagram3" refType="w" fact="0.5"/>
      <dgm:constr type="ctrY" for="ch" forName="arrowDiagram3" refType="h" fact="0.5"/>
      <dgm:constr type="w" for="ch" forName="arrowDiagram3" refType="w"/>
      <dgm:constr type="h" for="ch" forName="arrowDiagram3" refType="h"/>
      <dgm:constr type="ctrX" for="ch" forName="arrowDiagram4" refType="w" fact="0.5"/>
      <dgm:constr type="ctrY" for="ch" forName="arrowDiagram4" refType="h" fact="0.5"/>
      <dgm:constr type="w" for="ch" forName="arrowDiagram4" refType="w"/>
      <dgm:constr type="h" for="ch" forName="arrowDiagram4" refType="h"/>
      <dgm:constr type="ctrX" for="ch" forName="arrowDiagram5" refType="w" fact="0.5"/>
      <dgm:constr type="ctrY" for="ch" forName="arrowDiagram5" refType="h" fact="0.5"/>
      <dgm:constr type="w" for="ch" forName="arrowDiagram5" refType="w"/>
      <dgm:constr type="h" for="ch" forName="arrowDiagram5" refType="h"/>
    </dgm:constrLst>
    <dgm:ruleLst/>
    <dgm:choose name="Name0">
      <dgm:if name="Name1" axis="ch" ptType="node" func="cnt" op="gte" val="1">
        <dgm:layoutNode name="arrow" styleLbl="bgShp">
          <dgm:alg type="sp"/>
          <dgm:shape xmlns:r="http://schemas.openxmlformats.org/officeDocument/2006/relationships" type="swooshArrow" r:blip="">
            <dgm:adjLst>
              <dgm:adj idx="2" val="0.25"/>
            </dgm:adjLst>
          </dgm:shape>
          <dgm:presOf/>
          <dgm:constrLst/>
          <dgm:ruleLst/>
        </dgm:layoutNode>
        <dgm:choose name="Name2">
          <dgm:if name="Name3" axis="ch" ptType="node" func="cnt" op="lt" val="1"/>
          <dgm:if name="Name4" axis="ch" ptType="node" func="cnt" op="equ" val="1">
            <dgm:layoutNode name="arrowDiagram1">
              <dgm:varLst>
                <dgm:bulletEnabled val="1"/>
              </dgm:varLst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ctrX" for="ch" forName="bullet1" refType="w" fact="0.8"/>
                <dgm:constr type="ctrY" for="ch" forName="bullet1" refType="h" fact="0.262"/>
                <dgm:constr type="w" for="ch" forName="bullet1" refType="w" fact="0.074"/>
                <dgm:constr type="h" for="ch" forName="bullet1" refType="w" refFor="ch" refForName="bullet1"/>
                <dgm:constr type="r" for="ch" forName="textBox1" refType="ctrX" refFor="ch" refForName="bullet1"/>
                <dgm:constr type="t" for="ch" forName="textBox1" refType="ctrY" refFor="ch" refForName="bullet1"/>
                <dgm:constr type="w" for="ch" forName="textBox1" refType="w" fact="0.4"/>
                <dgm:constr type="h" for="ch" forName="textBox1" refType="h" fact="0.738"/>
                <dgm:constr type="userA" refType="h" refFor="ch" refForName="bullet1" fact="0.53"/>
                <dgm:constr type="rMarg" for="ch" forName="textBox1" refType="userA" fact="2.834"/>
                <dgm:constr type="primFontSz" for="ch" ptType="node" op="equ" val="65"/>
              </dgm:constrLst>
              <dgm:ruleLst/>
              <dgm:forEach name="Name5" axis="ch" ptType="node" cnt="1">
                <dgm:layoutNode name="bullet1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1" styleLbl="revTx">
                  <dgm:varLst>
                    <dgm:bulletEnabled val="1"/>
                  </dgm:varLst>
                  <dgm:alg type="tx">
                    <dgm:param type="txAnchorVert" val="t"/>
                    <dgm:param type="parTxLTRAlign" val="r"/>
                    <dgm:param type="parTxRTLAlign" val="r"/>
                  </dgm:alg>
                  <dgm:shape xmlns:r="http://schemas.openxmlformats.org/officeDocument/2006/relationships" type="round2DiagRect" r:blip="">
                    <dgm:adjLst/>
                  </dgm:shape>
                  <dgm:presOf axis="desOrSelf" ptType="node"/>
                  <dgm:constrLst>
                    <dgm:constr type="lMarg"/>
                    <dgm:constr type="tMarg"/>
                    <dgm:constr type="bMarg"/>
                  </dgm:constrLst>
                  <dgm:ruleLst>
                    <dgm:rule type="primFontSz" val="5" fact="NaN" max="NaN"/>
                  </dgm:ruleLst>
                </dgm:layoutNode>
              </dgm:forEach>
            </dgm:layoutNode>
          </dgm:if>
          <dgm:if name="Name6" axis="ch" ptType="node" func="cnt" op="equ" val="2">
            <dgm:layoutNode name="arrowDiagram2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7">
                <dgm:if name="Name8" func="var" arg="dir" op="equ" val="norm">
                  <dgm:constrLst>
                    <dgm:constr type="ctrX" for="ch" forName="bullet2a" refType="w" fact="0.25"/>
                    <dgm:constr type="ctrY" for="ch" forName="bullet2a" refType="h" fact="0.573"/>
                    <dgm:constr type="w" for="ch" forName="bullet2a" refType="w" fact="0.035"/>
                    <dgm:constr type="h" for="ch" forName="bullet2a" refType="w" refFor="ch" refForName="bullet2a"/>
                    <dgm:constr type="l" for="ch" forName="textBox2a" refType="ctrX" refFor="ch" refForName="bullet2a"/>
                    <dgm:constr type="t" for="ch" forName="textBox2a" refType="ctrY" refFor="ch" refForName="bullet2a"/>
                    <dgm:constr type="w" for="ch" forName="textBox2a" refType="w" fact="0.325"/>
                    <dgm:constr type="h" for="ch" forName="textBox2a" refType="h" fact="0.427"/>
                    <dgm:constr type="userA" refType="h" refFor="ch" refForName="bullet2a" fact="0.53"/>
                    <dgm:constr type="lMarg" for="ch" forName="textBox2a" refType="userA" fact="2.834"/>
                    <dgm:constr type="ctrX" for="ch" forName="bullet2b" refType="w" fact="0.585"/>
                    <dgm:constr type="ctrY" for="ch" forName="bullet2b" refType="h" fact="0.338"/>
                    <dgm:constr type="w" for="ch" forName="bullet2b" refType="w" fact="0.06"/>
                    <dgm:constr type="h" for="ch" forName="bullet2b" refType="w" refFor="ch" refForName="bullet2b"/>
                    <dgm:constr type="l" for="ch" forName="textBox2b" refType="ctrX" refFor="ch" refForName="bullet2b"/>
                    <dgm:constr type="t" for="ch" forName="textBox2b" refType="ctrY" refFor="ch" refForName="bullet2b"/>
                    <dgm:constr type="w" for="ch" forName="textBox2b" refType="w" fact="0.325"/>
                    <dgm:constr type="h" for="ch" forName="textBox2b" refType="h" fact="0.662"/>
                    <dgm:constr type="userB" refType="h" refFor="ch" refForName="bullet2b" fact="0.53"/>
                    <dgm:constr type="lMarg" for="ch" forName="textBox2b" refType="userB" fact="2.834"/>
                    <dgm:constr type="primFontSz" for="ch" ptType="node" op="equ" val="65"/>
                  </dgm:constrLst>
                </dgm:if>
                <dgm:else name="Name9">
                  <dgm:constrLst>
                    <dgm:constr type="ctrX" for="ch" forName="bullet2a" refType="w" fact="0.25"/>
                    <dgm:constr type="ctrY" for="ch" forName="bullet2a" refType="h" fact="0.573"/>
                    <dgm:constr type="w" for="ch" forName="bullet2a" refType="w" fact="0.035"/>
                    <dgm:constr type="h" for="ch" forName="bullet2a" refType="w" refFor="ch" refForName="bullet2a"/>
                    <dgm:constr type="r" for="ch" forName="textBox2a" refType="ctrX" refFor="ch" refForName="bullet2a"/>
                    <dgm:constr type="b" for="ch" forName="textBox2a" refType="ctrY" refFor="ch" refForName="bullet2a"/>
                    <dgm:constr type="w" for="ch" forName="textBox2a" refType="w" fact="0.25"/>
                    <dgm:constr type="h" for="ch" forName="textBox2a" refType="h" fact="0.573"/>
                    <dgm:constr type="userA" refType="h" refFor="ch" refForName="bullet2a" fact="0.53"/>
                    <dgm:constr type="rMarg" for="ch" forName="textBox2a" refType="userA" fact="2.834"/>
                    <dgm:constr type="ctrX" for="ch" forName="bullet2b" refType="w" fact="0.585"/>
                    <dgm:constr type="ctrY" for="ch" forName="bullet2b" refType="h" fact="0.338"/>
                    <dgm:constr type="w" for="ch" forName="bullet2b" refType="w" fact="0.06"/>
                    <dgm:constr type="h" for="ch" forName="bullet2b" refType="w" refFor="ch" refForName="bullet2b"/>
                    <dgm:constr type="r" for="ch" forName="textBox2b" refType="ctrX" refFor="ch" refForName="bullet2b"/>
                    <dgm:constr type="b" for="ch" forName="textBox2b" refType="ctrY" refFor="ch" refForName="bullet2b"/>
                    <dgm:constr type="w" for="ch" forName="textBox2b" refType="w" fact="0.28"/>
                    <dgm:constr type="h" for="ch" forName="textBox2b" refType="h" fact="0.338"/>
                    <dgm:constr type="userB" refType="h" refFor="ch" refForName="bullet2b" fact="0.53"/>
                    <dgm:constr type="rMarg" for="ch" forName="textBox2b" refType="userB" fact="2.834"/>
                    <dgm:constr type="primFontSz" for="ch" ptType="node" op="equ" val="65"/>
                  </dgm:constrLst>
                </dgm:else>
              </dgm:choose>
              <dgm:ruleLst/>
              <dgm:forEach name="Name10" axis="ch" ptType="node" cnt="1">
                <dgm:layoutNode name="bullet2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2a" styleLbl="revTx">
                  <dgm:varLst>
                    <dgm:bulletEnabled val="1"/>
                  </dgm:varLst>
                  <dgm:choose name="Name11">
                    <dgm:if name="Name12" func="var" arg="dir" op="equ" val="norm">
                      <dgm:choose name="Name13">
                        <dgm:if name="Name14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5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6">
                      <dgm:choose name="Name17">
                        <dgm:if name="Name18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9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20">
                    <dgm:if name="Name21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22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23" axis="ch" ptType="node" st="2" cnt="1">
                <dgm:layoutNode name="bullet2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2b" styleLbl="revTx">
                  <dgm:varLst>
                    <dgm:bulletEnabled val="1"/>
                  </dgm:varLst>
                  <dgm:choose name="Name24">
                    <dgm:if name="Name25" func="var" arg="dir" op="equ" val="norm">
                      <dgm:choose name="Name26">
                        <dgm:if name="Name27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28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29">
                      <dgm:choose name="Name30">
                        <dgm:if name="Name31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32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33">
                    <dgm:if name="Name34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35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if>
          <dgm:if name="Name36" axis="ch" ptType="node" func="cnt" op="equ" val="3">
            <dgm:layoutNode name="arrowDiagram3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37">
                <dgm:if name="Name38" func="var" arg="dir" op="equ" val="norm">
                  <dgm:constrLst>
                    <dgm:constr type="ctrX" for="ch" forName="bullet3a" refType="w" fact="0.14"/>
                    <dgm:constr type="ctrY" for="ch" forName="bullet3a" refType="h" fact="0.711"/>
                    <dgm:constr type="w" for="ch" forName="bullet3a" refType="w" fact="0.026"/>
                    <dgm:constr type="h" for="ch" forName="bullet3a" refType="w" refFor="ch" refForName="bullet3a"/>
                    <dgm:constr type="l" for="ch" forName="textBox3a" refType="ctrX" refFor="ch" refForName="bullet3a"/>
                    <dgm:constr type="t" for="ch" forName="textBox3a" refType="ctrY" refFor="ch" refForName="bullet3a"/>
                    <dgm:constr type="w" for="ch" forName="textBox3a" refType="w" fact="0.233"/>
                    <dgm:constr type="h" for="ch" forName="textBox3a" refType="h" fact="0.289"/>
                    <dgm:constr type="userA" refType="h" refFor="ch" refForName="bullet3a" fact="0.53"/>
                    <dgm:constr type="lMarg" for="ch" forName="textBox3a" refType="userA" fact="2.834"/>
                    <dgm:constr type="ctrX" for="ch" forName="bullet3b" refType="w" fact="0.38"/>
                    <dgm:constr type="ctrY" for="ch" forName="bullet3b" refType="h" fact="0.456"/>
                    <dgm:constr type="w" for="ch" forName="bullet3b" refType="w" fact="0.047"/>
                    <dgm:constr type="h" for="ch" forName="bullet3b" refType="w" refFor="ch" refForName="bullet3b"/>
                    <dgm:constr type="l" for="ch" forName="textBox3b" refType="ctrX" refFor="ch" refForName="bullet3b"/>
                    <dgm:constr type="t" for="ch" forName="textBox3b" refType="ctrY" refFor="ch" refForName="bullet3b"/>
                    <dgm:constr type="w" for="ch" forName="textBox3b" refType="w" fact="0.24"/>
                    <dgm:constr type="h" for="ch" forName="textBox3b" refType="h" fact="0.544"/>
                    <dgm:constr type="userB" refType="h" refFor="ch" refForName="bullet3b" fact="0.53"/>
                    <dgm:constr type="lMarg" for="ch" forName="textBox3b" refType="userB" fact="2.834"/>
                    <dgm:constr type="ctrX" for="ch" forName="bullet3c" refType="w" fact="0.665"/>
                    <dgm:constr type="ctrY" for="ch" forName="bullet3c" refType="h" fact="0.305"/>
                    <dgm:constr type="w" for="ch" forName="bullet3c" refType="w" fact="0.065"/>
                    <dgm:constr type="h" for="ch" forName="bullet3c" refType="w" refFor="ch" refForName="bullet3c"/>
                    <dgm:constr type="l" for="ch" forName="textBox3c" refType="ctrX" refFor="ch" refForName="bullet3c"/>
                    <dgm:constr type="t" for="ch" forName="textBox3c" refType="ctrY" refFor="ch" refForName="bullet3c"/>
                    <dgm:constr type="w" for="ch" forName="textBox3c" refType="w" fact="0.24"/>
                    <dgm:constr type="h" for="ch" forName="textBox3c" refType="h" fact="0.695"/>
                    <dgm:constr type="userC" refType="h" refFor="ch" refForName="bullet3c" fact="0.53"/>
                    <dgm:constr type="lMarg" for="ch" forName="textBox3c" refType="userC" fact="2.834"/>
                    <dgm:constr type="primFontSz" for="ch" ptType="node" op="equ" val="65"/>
                  </dgm:constrLst>
                </dgm:if>
                <dgm:else name="Name39">
                  <dgm:constrLst>
                    <dgm:constr type="ctrX" for="ch" forName="bullet3a" refType="w" fact="0.14"/>
                    <dgm:constr type="ctrY" for="ch" forName="bullet3a" refType="h" fact="0.711"/>
                    <dgm:constr type="w" for="ch" forName="bullet3a" refType="w" fact="0.026"/>
                    <dgm:constr type="h" for="ch" forName="bullet3a" refType="w" refFor="ch" refForName="bullet3a"/>
                    <dgm:constr type="r" for="ch" forName="textBox3a" refType="ctrX" refFor="ch" refForName="bullet3a"/>
                    <dgm:constr type="b" for="ch" forName="textBox3a" refType="ctrY" refFor="ch" refForName="bullet3a"/>
                    <dgm:constr type="w" for="ch" forName="textBox3a" refType="w" fact="0.14"/>
                    <dgm:constr type="h" for="ch" forName="textBox3a" refType="h" fact="0.711"/>
                    <dgm:constr type="userA" refType="h" refFor="ch" refForName="bullet3a" fact="0.53"/>
                    <dgm:constr type="rMarg" for="ch" forName="textBox3a" refType="userA" fact="2.834"/>
                    <dgm:constr type="ctrX" for="ch" forName="bullet3b" refType="w" fact="0.38"/>
                    <dgm:constr type="ctrY" for="ch" forName="bullet3b" refType="h" fact="0.456"/>
                    <dgm:constr type="w" for="ch" forName="bullet3b" refType="w" fact="0.047"/>
                    <dgm:constr type="h" for="ch" forName="bullet3b" refType="w" refFor="ch" refForName="bullet3b"/>
                    <dgm:constr type="r" for="ch" forName="textBox3b" refType="ctrX" refFor="ch" refForName="bullet3b"/>
                    <dgm:constr type="b" for="ch" forName="textBox3b" refType="ctrY" refFor="ch" refForName="bullet3b"/>
                    <dgm:constr type="w" for="ch" forName="textBox3b" refType="w" fact="0.24"/>
                    <dgm:constr type="h" for="ch" forName="textBox3b" refType="h" fact="0.456"/>
                    <dgm:constr type="userB" refType="h" refFor="ch" refForName="bullet3b" fact="0.53"/>
                    <dgm:constr type="rMarg" for="ch" forName="textBox3b" refType="userB" fact="2.834"/>
                    <dgm:constr type="ctrX" for="ch" forName="bullet3c" refType="w" fact="0.665"/>
                    <dgm:constr type="ctrY" for="ch" forName="bullet3c" refType="h" fact="0.305"/>
                    <dgm:constr type="w" for="ch" forName="bullet3c" refType="w" fact="0.065"/>
                    <dgm:constr type="h" for="ch" forName="bullet3c" refType="w" refFor="ch" refForName="bullet3c"/>
                    <dgm:constr type="r" for="ch" forName="textBox3c" refType="ctrX" refFor="ch" refForName="bullet3c"/>
                    <dgm:constr type="b" for="ch" forName="textBox3c" refType="ctrY" refFor="ch" refForName="bullet3c"/>
                    <dgm:constr type="w" for="ch" forName="textBox3c" refType="w" fact="0.24"/>
                    <dgm:constr type="h" for="ch" forName="textBox3c" refType="h" fact="0.305"/>
                    <dgm:constr type="userC" refType="h" refFor="ch" refForName="bullet3c" fact="0.53"/>
                    <dgm:constr type="rMarg" for="ch" forName="textBox3c" refType="userC" fact="2.834"/>
                    <dgm:constr type="primFontSz" for="ch" ptType="node" op="equ" val="65"/>
                  </dgm:constrLst>
                </dgm:else>
              </dgm:choose>
              <dgm:ruleLst/>
              <dgm:forEach name="Name40" axis="ch" ptType="node" cnt="1">
                <dgm:layoutNode name="bullet3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3a" styleLbl="revTx">
                  <dgm:varLst>
                    <dgm:bulletEnabled val="1"/>
                  </dgm:varLst>
                  <dgm:choose name="Name41">
                    <dgm:if name="Name42" func="var" arg="dir" op="equ" val="norm">
                      <dgm:choose name="Name43">
                        <dgm:if name="Name44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45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46">
                      <dgm:choose name="Name47">
                        <dgm:if name="Name48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49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50">
                    <dgm:if name="Name51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52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53" axis="ch" ptType="node" st="2" cnt="1">
                <dgm:layoutNode name="bullet3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3b" styleLbl="revTx">
                  <dgm:varLst>
                    <dgm:bulletEnabled val="1"/>
                  </dgm:varLst>
                  <dgm:choose name="Name54">
                    <dgm:if name="Name55" func="var" arg="dir" op="equ" val="norm">
                      <dgm:choose name="Name56">
                        <dgm:if name="Name57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58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59">
                      <dgm:choose name="Name60">
                        <dgm:if name="Name61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62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63">
                    <dgm:if name="Name64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65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66" axis="ch" ptType="node" st="3" cnt="1">
                <dgm:layoutNode name="bullet3c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3c" styleLbl="revTx">
                  <dgm:varLst>
                    <dgm:bulletEnabled val="1"/>
                  </dgm:varLst>
                  <dgm:choose name="Name67">
                    <dgm:if name="Name68" func="var" arg="dir" op="equ" val="norm">
                      <dgm:choose name="Name69">
                        <dgm:if name="Name70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71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72">
                      <dgm:choose name="Name73">
                        <dgm:if name="Name74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75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76">
                    <dgm:if name="Name77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78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if>
          <dgm:if name="Name79" axis="ch" ptType="node" func="cnt" op="equ" val="4">
            <dgm:layoutNode name="arrowDiagram4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80">
                <dgm:if name="Name81" func="var" arg="dir" op="equ" val="norm">
                  <dgm:constrLst>
                    <dgm:constr type="ctrX" for="ch" forName="bullet4a" refType="w" fact="0.11"/>
                    <dgm:constr type="ctrY" for="ch" forName="bullet4a" refType="h" fact="0.762"/>
                    <dgm:constr type="w" for="ch" forName="bullet4a" refType="w" fact="0.023"/>
                    <dgm:constr type="h" for="ch" forName="bullet4a" refType="w" refFor="ch" refForName="bullet4a"/>
                    <dgm:constr type="l" for="ch" forName="textBox4a" refType="ctrX" refFor="ch" refForName="bullet4a"/>
                    <dgm:constr type="t" for="ch" forName="textBox4a" refType="ctrY" refFor="ch" refForName="bullet4a"/>
                    <dgm:constr type="w" for="ch" forName="textBox4a" refType="w" fact="0.171"/>
                    <dgm:constr type="h" for="ch" forName="textBox4a" refType="h" fact="0.238"/>
                    <dgm:constr type="userA" refType="h" refFor="ch" refForName="bullet4a" fact="0.53"/>
                    <dgm:constr type="lMarg" for="ch" forName="textBox4a" refType="userA" fact="2.834"/>
                    <dgm:constr type="ctrX" for="ch" forName="bullet4b" refType="w" fact="0.281"/>
                    <dgm:constr type="ctrY" for="ch" forName="bullet4b" refType="h" fact="0.543"/>
                    <dgm:constr type="w" for="ch" forName="bullet4b" refType="w" fact="0.04"/>
                    <dgm:constr type="h" for="ch" forName="bullet4b" refType="w" refFor="ch" refForName="bullet4b"/>
                    <dgm:constr type="l" for="ch" forName="textBox4b" refType="ctrX" refFor="ch" refForName="bullet4b"/>
                    <dgm:constr type="t" for="ch" forName="textBox4b" refType="ctrY" refFor="ch" refForName="bullet4b"/>
                    <dgm:constr type="w" for="ch" forName="textBox4b" refType="w" fact="0.21"/>
                    <dgm:constr type="h" for="ch" forName="textBox4b" refType="h" fact="0.457"/>
                    <dgm:constr type="userB" refType="h" refFor="ch" refForName="bullet4b" fact="0.53"/>
                    <dgm:constr type="lMarg" for="ch" forName="textBox4b" refType="userB" fact="2.834"/>
                    <dgm:constr type="ctrX" for="ch" forName="bullet4c" refType="w" fact="0.495"/>
                    <dgm:constr type="ctrY" for="ch" forName="bullet4c" refType="h" fact="0.382"/>
                    <dgm:constr type="w" for="ch" forName="bullet4c" refType="w" fact="0.053"/>
                    <dgm:constr type="h" for="ch" forName="bullet4c" refType="w" refFor="ch" refForName="bullet4c"/>
                    <dgm:constr type="l" for="ch" forName="textBox4c" refType="ctrX" refFor="ch" refForName="bullet4c"/>
                    <dgm:constr type="t" for="ch" forName="textBox4c" refType="ctrY" refFor="ch" refForName="bullet4c"/>
                    <dgm:constr type="w" for="ch" forName="textBox4c" refType="w" fact="0.21"/>
                    <dgm:constr type="h" for="ch" forName="textBox4c" refType="h" fact="0.618"/>
                    <dgm:constr type="userC" refType="h" refFor="ch" refForName="bullet4c" fact="0.53"/>
                    <dgm:constr type="lMarg" for="ch" forName="textBox4c" refType="userC" fact="2.834"/>
                    <dgm:constr type="ctrX" for="ch" forName="bullet4d" refType="w" fact="0.73"/>
                    <dgm:constr type="ctrY" for="ch" forName="bullet4d" refType="h" fact="0.283"/>
                    <dgm:constr type="w" for="ch" forName="bullet4d" refType="w" fact="0.071"/>
                    <dgm:constr type="h" for="ch" forName="bullet4d" refType="w" refFor="ch" refForName="bullet4d"/>
                    <dgm:constr type="l" for="ch" forName="textBox4d" refType="ctrX" refFor="ch" refForName="bullet4d"/>
                    <dgm:constr type="t" for="ch" forName="textBox4d" refType="ctrY" refFor="ch" refForName="bullet4d"/>
                    <dgm:constr type="w" for="ch" forName="textBox4d" refType="w" fact="0.21"/>
                    <dgm:constr type="h" for="ch" forName="textBox4d" refType="h" fact="0.717"/>
                    <dgm:constr type="userD" refType="h" refFor="ch" refForName="bullet4d" fact="0.53"/>
                    <dgm:constr type="lMarg" for="ch" forName="textBox4d" refType="userD" fact="2.834"/>
                    <dgm:constr type="primFontSz" for="ch" ptType="node" op="equ" val="65"/>
                  </dgm:constrLst>
                </dgm:if>
                <dgm:else name="Name82">
                  <dgm:constrLst>
                    <dgm:constr type="ctrX" for="ch" forName="bullet4a" refType="w" fact="0.11"/>
                    <dgm:constr type="ctrY" for="ch" forName="bullet4a" refType="h" fact="0.762"/>
                    <dgm:constr type="w" for="ch" forName="bullet4a" refType="w" fact="0.023"/>
                    <dgm:constr type="h" for="ch" forName="bullet4a" refType="w" refFor="ch" refForName="bullet4a"/>
                    <dgm:constr type="r" for="ch" forName="textBox4a" refType="ctrX" refFor="ch" refForName="bullet4a"/>
                    <dgm:constr type="b" for="ch" forName="textBox4a" refType="ctrY" refFor="ch" refForName="bullet4a"/>
                    <dgm:constr type="w" for="ch" forName="textBox4a" refType="w" fact="0.11"/>
                    <dgm:constr type="h" for="ch" forName="textBox4a" refType="h" fact="0.762"/>
                    <dgm:constr type="userA" refType="h" refFor="ch" refForName="bullet4a" fact="0.53"/>
                    <dgm:constr type="rMarg" for="ch" forName="textBox4a" refType="userA" fact="2.834"/>
                    <dgm:constr type="ctrX" for="ch" forName="bullet4b" refType="w" fact="0.281"/>
                    <dgm:constr type="ctrY" for="ch" forName="bullet4b" refType="h" fact="0.543"/>
                    <dgm:constr type="w" for="ch" forName="bullet4b" refType="w" fact="0.04"/>
                    <dgm:constr type="h" for="ch" forName="bullet4b" refType="w" refFor="ch" refForName="bullet4b"/>
                    <dgm:constr type="r" for="ch" forName="textBox4b" refType="ctrX" refFor="ch" refForName="bullet4b"/>
                    <dgm:constr type="b" for="ch" forName="textBox4b" refType="ctrY" refFor="ch" refForName="bullet4b"/>
                    <dgm:constr type="w" for="ch" forName="textBox4b" refType="w" fact="0.171"/>
                    <dgm:constr type="h" for="ch" forName="textBox4b" refType="h" fact="0.543"/>
                    <dgm:constr type="userB" refType="h" refFor="ch" refForName="bullet4b" fact="0.53"/>
                    <dgm:constr type="rMarg" for="ch" forName="textBox4b" refType="userB" fact="2.834"/>
                    <dgm:constr type="ctrX" for="ch" forName="bullet4c" refType="w" fact="0.495"/>
                    <dgm:constr type="ctrY" for="ch" forName="bullet4c" refType="h" fact="0.382"/>
                    <dgm:constr type="w" for="ch" forName="bullet4c" refType="w" fact="0.053"/>
                    <dgm:constr type="h" for="ch" forName="bullet4c" refType="w" refFor="ch" refForName="bullet4c"/>
                    <dgm:constr type="r" for="ch" forName="textBox4c" refType="ctrX" refFor="ch" refForName="bullet4c"/>
                    <dgm:constr type="b" for="ch" forName="textBox4c" refType="ctrY" refFor="ch" refForName="bullet4c"/>
                    <dgm:constr type="w" for="ch" forName="textBox4c" refType="w" fact="0.21"/>
                    <dgm:constr type="h" for="ch" forName="textBox4c" refType="h" fact="0.382"/>
                    <dgm:constr type="userC" refType="h" refFor="ch" refForName="bullet4c" fact="0.53"/>
                    <dgm:constr type="rMarg" for="ch" forName="textBox4c" refType="userC" fact="2.834"/>
                    <dgm:constr type="ctrX" for="ch" forName="bullet4d" refType="w" fact="0.73"/>
                    <dgm:constr type="ctrY" for="ch" forName="bullet4d" refType="h" fact="0.283"/>
                    <dgm:constr type="w" for="ch" forName="bullet4d" refType="w" fact="0.071"/>
                    <dgm:constr type="h" for="ch" forName="bullet4d" refType="w" refFor="ch" refForName="bullet4d"/>
                    <dgm:constr type="r" for="ch" forName="textBox4d" refType="ctrX" refFor="ch" refForName="bullet4d"/>
                    <dgm:constr type="b" for="ch" forName="textBox4d" refType="ctrY" refFor="ch" refForName="bullet4d"/>
                    <dgm:constr type="w" for="ch" forName="textBox4d" refType="w" fact="0.21"/>
                    <dgm:constr type="h" for="ch" forName="textBox4d" refType="h" fact="0.283"/>
                    <dgm:constr type="userD" refType="h" refFor="ch" refForName="bullet4d" fact="0.53"/>
                    <dgm:constr type="rMarg" for="ch" forName="textBox4d" refType="userD" fact="2.834"/>
                    <dgm:constr type="primFontSz" for="ch" ptType="node" op="equ" val="65"/>
                  </dgm:constrLst>
                </dgm:else>
              </dgm:choose>
              <dgm:ruleLst/>
              <dgm:forEach name="Name83" axis="ch" ptType="node" cnt="1">
                <dgm:layoutNode name="bullet4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a" styleLbl="revTx">
                  <dgm:varLst>
                    <dgm:bulletEnabled val="1"/>
                  </dgm:varLst>
                  <dgm:choose name="Name84">
                    <dgm:if name="Name85" func="var" arg="dir" op="equ" val="norm">
                      <dgm:choose name="Name86">
                        <dgm:if name="Name87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88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89">
                      <dgm:choose name="Name90">
                        <dgm:if name="Name91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92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93">
                    <dgm:if name="Name94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95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96" axis="ch" ptType="node" st="2" cnt="1">
                <dgm:layoutNode name="bullet4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b" styleLbl="revTx">
                  <dgm:varLst>
                    <dgm:bulletEnabled val="1"/>
                  </dgm:varLst>
                  <dgm:choose name="Name97">
                    <dgm:if name="Name98" func="var" arg="dir" op="equ" val="norm">
                      <dgm:choose name="Name99">
                        <dgm:if name="Name100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01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02">
                      <dgm:choose name="Name103">
                        <dgm:if name="Name104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05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06">
                    <dgm:if name="Name107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08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09" axis="ch" ptType="node" st="3" cnt="1">
                <dgm:layoutNode name="bullet4c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c" styleLbl="revTx">
                  <dgm:varLst>
                    <dgm:bulletEnabled val="1"/>
                  </dgm:varLst>
                  <dgm:choose name="Name110">
                    <dgm:if name="Name111" func="var" arg="dir" op="equ" val="norm">
                      <dgm:choose name="Name112">
                        <dgm:if name="Name113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14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15">
                      <dgm:choose name="Name116">
                        <dgm:if name="Name117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18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19">
                    <dgm:if name="Name120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21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22" axis="ch" ptType="node" st="4" cnt="1">
                <dgm:layoutNode name="bullet4d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d" styleLbl="revTx">
                  <dgm:varLst>
                    <dgm:bulletEnabled val="1"/>
                  </dgm:varLst>
                  <dgm:choose name="Name123">
                    <dgm:if name="Name124" func="var" arg="dir" op="equ" val="norm">
                      <dgm:choose name="Name125">
                        <dgm:if name="Name126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27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28">
                      <dgm:choose name="Name129">
                        <dgm:if name="Name130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31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32">
                    <dgm:if name="Name133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34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if>
          <dgm:else name="Name135">
            <dgm:layoutNode name="arrowDiagram5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136">
                <dgm:if name="Name137" func="var" arg="dir" op="equ" val="norm">
                  <dgm:constrLst>
                    <dgm:constr type="ctrX" for="ch" forName="bullet5a" refType="w" fact="0.11"/>
                    <dgm:constr type="ctrY" for="ch" forName="bullet5a" refType="h" fact="0.762"/>
                    <dgm:constr type="w" for="ch" forName="bullet5a" refType="w" fact="0.023"/>
                    <dgm:constr type="h" for="ch" forName="bullet5a" refType="w" refFor="ch" refForName="bullet5a"/>
                    <dgm:constr type="l" for="ch" forName="textBox5a" refType="ctrX" refFor="ch" refForName="bullet5a"/>
                    <dgm:constr type="t" for="ch" forName="textBox5a" refType="ctrY" refFor="ch" refForName="bullet5a"/>
                    <dgm:constr type="w" for="ch" forName="textBox5a" refType="w" fact="0.131"/>
                    <dgm:constr type="h" for="ch" forName="textBox5a" refType="h" fact="0.238"/>
                    <dgm:constr type="userA" refType="h" refFor="ch" refForName="bullet5a" fact="0.53"/>
                    <dgm:constr type="lMarg" for="ch" forName="textBox5a" refType="userA" fact="2.834"/>
                    <dgm:constr type="ctrX" for="ch" forName="bullet5b" refType="w" fact="0.241"/>
                    <dgm:constr type="ctrY" for="ch" forName="bullet5b" refType="h" fact="0.581"/>
                    <dgm:constr type="w" for="ch" forName="bullet5b" refType="w" fact="0.036"/>
                    <dgm:constr type="h" for="ch" forName="bullet5b" refType="w" refFor="ch" refForName="bullet5b"/>
                    <dgm:constr type="l" for="ch" forName="textBox5b" refType="ctrX" refFor="ch" refForName="bullet5b"/>
                    <dgm:constr type="t" for="ch" forName="textBox5b" refType="ctrY" refFor="ch" refForName="bullet5b"/>
                    <dgm:constr type="w" for="ch" forName="textBox5b" refType="w" fact="0.166"/>
                    <dgm:constr type="h" for="ch" forName="textBox5b" refType="h" fact="0.419"/>
                    <dgm:constr type="userB" refType="h" refFor="ch" refForName="bullet5b" fact="0.53"/>
                    <dgm:constr type="lMarg" for="ch" forName="textBox5b" refType="userB" fact="2.834"/>
                    <dgm:constr type="ctrX" for="ch" forName="bullet5c" refType="w" fact="0.407"/>
                    <dgm:constr type="ctrY" for="ch" forName="bullet5c" refType="h" fact="0.438"/>
                    <dgm:constr type="w" for="ch" forName="bullet5c" refType="w" fact="0.048"/>
                    <dgm:constr type="h" for="ch" forName="bullet5c" refType="w" refFor="ch" refForName="bullet5c"/>
                    <dgm:constr type="l" for="ch" forName="textBox5c" refType="ctrX" refFor="ch" refForName="bullet5c"/>
                    <dgm:constr type="t" for="ch" forName="textBox5c" refType="ctrY" refFor="ch" refForName="bullet5c"/>
                    <dgm:constr type="w" for="ch" forName="textBox5c" refType="w" fact="0.193"/>
                    <dgm:constr type="h" for="ch" forName="textBox5c" refType="h" fact="0.562"/>
                    <dgm:constr type="userC" refType="h" refFor="ch" refForName="bullet5c" fact="0.53"/>
                    <dgm:constr type="lMarg" for="ch" forName="textBox5c" refType="userC" fact="2.834"/>
                    <dgm:constr type="ctrX" for="ch" forName="bullet5d" refType="w" fact="0.6"/>
                    <dgm:constr type="ctrY" for="ch" forName="bullet5d" refType="h" fact="0.33"/>
                    <dgm:constr type="w" for="ch" forName="bullet5d" refType="w" fact="0.062"/>
                    <dgm:constr type="h" for="ch" forName="bullet5d" refType="w" refFor="ch" refForName="bullet5d"/>
                    <dgm:constr type="l" for="ch" forName="textBox5d" refType="ctrX" refFor="ch" refForName="bullet5d"/>
                    <dgm:constr type="t" for="ch" forName="textBox5d" refType="ctrY" refFor="ch" refForName="bullet5d"/>
                    <dgm:constr type="w" for="ch" forName="textBox5d" refType="w" fact="0.2"/>
                    <dgm:constr type="h" for="ch" forName="textBox5d" refType="h" fact="0.67"/>
                    <dgm:constr type="userD" refType="h" refFor="ch" refForName="bullet5d" fact="0.53"/>
                    <dgm:constr type="lMarg" for="ch" forName="textBox5d" refType="userD" fact="2.834"/>
                    <dgm:constr type="ctrX" for="ch" forName="bullet5e" refType="w" fact="0.8"/>
                    <dgm:constr type="ctrY" for="ch" forName="bullet5e" refType="h" fact="0.264"/>
                    <dgm:constr type="w" for="ch" forName="bullet5e" refType="w" fact="0.079"/>
                    <dgm:constr type="h" for="ch" forName="bullet5e" refType="w" refFor="ch" refForName="bullet5e"/>
                    <dgm:constr type="l" for="ch" forName="textBox5e" refType="ctrX" refFor="ch" refForName="bullet5e"/>
                    <dgm:constr type="t" for="ch" forName="textBox5e" refType="ctrY" refFor="ch" refForName="bullet5e"/>
                    <dgm:constr type="w" for="ch" forName="textBox5e" refType="w" fact="0.2"/>
                    <dgm:constr type="h" for="ch" forName="textBox5e" refType="h" fact="0.736"/>
                    <dgm:constr type="userE" refType="h" refFor="ch" refForName="bullet5e" fact="0.53"/>
                    <dgm:constr type="lMarg" for="ch" forName="textBox5e" refType="userE" fact="2.834"/>
                    <dgm:constr type="primFontSz" for="ch" ptType="node" op="equ" val="65"/>
                  </dgm:constrLst>
                </dgm:if>
                <dgm:else name="Name138">
                  <dgm:constrLst>
                    <dgm:constr type="ctrX" for="ch" forName="bullet5a" refType="w" fact="0.11"/>
                    <dgm:constr type="ctrY" for="ch" forName="bullet5a" refType="h" fact="0.762"/>
                    <dgm:constr type="w" for="ch" forName="bullet5a" refType="w" fact="0.023"/>
                    <dgm:constr type="h" for="ch" forName="bullet5a" refType="w" refFor="ch" refForName="bullet5a"/>
                    <dgm:constr type="r" for="ch" forName="textBox5a" refType="ctrX" refFor="ch" refForName="bullet5a"/>
                    <dgm:constr type="b" for="ch" forName="textBox5a" refType="ctrY" refFor="ch" refForName="bullet5a"/>
                    <dgm:constr type="w" for="ch" forName="textBox5a" refType="w" fact="0.11"/>
                    <dgm:constr type="h" for="ch" forName="textBox5a" refType="h" fact="0.762"/>
                    <dgm:constr type="userA" refType="h" refFor="ch" refForName="bullet5a" fact="0.53"/>
                    <dgm:constr type="rMarg" for="ch" forName="textBox5a" refType="userA" fact="2.834"/>
                    <dgm:constr type="ctrX" for="ch" forName="bullet5b" refType="w" fact="0.241"/>
                    <dgm:constr type="ctrY" for="ch" forName="bullet5b" refType="h" fact="0.581"/>
                    <dgm:constr type="w" for="ch" forName="bullet5b" refType="w" fact="0.036"/>
                    <dgm:constr type="h" for="ch" forName="bullet5b" refType="w" refFor="ch" refForName="bullet5b"/>
                    <dgm:constr type="r" for="ch" forName="textBox5b" refType="ctrX" refFor="ch" refForName="bullet5b"/>
                    <dgm:constr type="b" for="ch" forName="textBox5b" refType="ctrY" refFor="ch" refForName="bullet5b"/>
                    <dgm:constr type="w" for="ch" forName="textBox5b" refType="w" fact="0.131"/>
                    <dgm:constr type="h" for="ch" forName="textBox5b" refType="h" fact="0.581"/>
                    <dgm:constr type="userB" refType="h" refFor="ch" refForName="bullet5b" fact="0.53"/>
                    <dgm:constr type="rMarg" for="ch" forName="textBox5b" refType="userB" fact="2.834"/>
                    <dgm:constr type="ctrX" for="ch" forName="bullet5c" refType="w" fact="0.407"/>
                    <dgm:constr type="ctrY" for="ch" forName="bullet5c" refType="h" fact="0.438"/>
                    <dgm:constr type="w" for="ch" forName="bullet5c" refType="w" fact="0.048"/>
                    <dgm:constr type="h" for="ch" forName="bullet5c" refType="w" refFor="ch" refForName="bullet5c"/>
                    <dgm:constr type="r" for="ch" forName="textBox5c" refType="ctrX" refFor="ch" refForName="bullet5c"/>
                    <dgm:constr type="b" for="ch" forName="textBox5c" refType="ctrY" refFor="ch" refForName="bullet5c"/>
                    <dgm:constr type="w" for="ch" forName="textBox5c" refType="w" fact="0.166"/>
                    <dgm:constr type="h" for="ch" forName="textBox5c" refType="h" fact="0.438"/>
                    <dgm:constr type="userC" refType="h" refFor="ch" refForName="bullet5c" fact="0.53"/>
                    <dgm:constr type="rMarg" for="ch" forName="textBox5c" refType="userC" fact="2.834"/>
                    <dgm:constr type="ctrX" for="ch" forName="bullet5d" refType="w" fact="0.6"/>
                    <dgm:constr type="ctrY" for="ch" forName="bullet5d" refType="h" fact="0.33"/>
                    <dgm:constr type="w" for="ch" forName="bullet5d" refType="w" fact="0.062"/>
                    <dgm:constr type="h" for="ch" forName="bullet5d" refType="w" refFor="ch" refForName="bullet5d"/>
                    <dgm:constr type="r" for="ch" forName="textBox5d" refType="ctrX" refFor="ch" refForName="bullet5d"/>
                    <dgm:constr type="b" for="ch" forName="textBox5d" refType="ctrY" refFor="ch" refForName="bullet5d"/>
                    <dgm:constr type="w" for="ch" forName="textBox5d" refType="w" fact="0.193"/>
                    <dgm:constr type="h" for="ch" forName="textBox5d" refType="h" fact="0.33"/>
                    <dgm:constr type="userD" refType="h" refFor="ch" refForName="bullet5d" fact="0.53"/>
                    <dgm:constr type="rMarg" for="ch" forName="textBox5d" refType="userD" fact="2.834"/>
                    <dgm:constr type="ctrX" for="ch" forName="bullet5e" refType="w" fact="0.8"/>
                    <dgm:constr type="ctrY" for="ch" forName="bullet5e" refType="h" fact="0.264"/>
                    <dgm:constr type="w" for="ch" forName="bullet5e" refType="w" fact="0.079"/>
                    <dgm:constr type="h" for="ch" forName="bullet5e" refType="w" refFor="ch" refForName="bullet5e"/>
                    <dgm:constr type="r" for="ch" forName="textBox5e" refType="ctrX" refFor="ch" refForName="bullet5e"/>
                    <dgm:constr type="b" for="ch" forName="textBox5e" refType="ctrY" refFor="ch" refForName="bullet5e"/>
                    <dgm:constr type="w" for="ch" forName="textBox5e" refType="w" fact="0.2"/>
                    <dgm:constr type="h" for="ch" forName="textBox5e" refType="h" fact="0.264"/>
                    <dgm:constr type="userE" refType="h" refFor="ch" refForName="bullet5e" fact="0.53"/>
                    <dgm:constr type="rMarg" for="ch" forName="textBox5e" refType="userE" fact="2.834"/>
                    <dgm:constr type="primFontSz" for="ch" ptType="node" op="equ" val="65"/>
                  </dgm:constrLst>
                </dgm:else>
              </dgm:choose>
              <dgm:ruleLst/>
              <dgm:forEach name="Name139" axis="ch" ptType="node" cnt="1">
                <dgm:layoutNode name="bullet5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a" styleLbl="revTx">
                  <dgm:varLst>
                    <dgm:bulletEnabled val="1"/>
                  </dgm:varLst>
                  <dgm:choose name="Name140">
                    <dgm:if name="Name141" func="var" arg="dir" op="equ" val="norm">
                      <dgm:choose name="Name142">
                        <dgm:if name="Name143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44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45">
                      <dgm:choose name="Name146">
                        <dgm:if name="Name147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48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49">
                    <dgm:if name="Name150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51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52" axis="ch" ptType="node" st="2" cnt="1">
                <dgm:layoutNode name="bullet5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b" styleLbl="revTx">
                  <dgm:varLst>
                    <dgm:bulletEnabled val="1"/>
                  </dgm:varLst>
                  <dgm:choose name="Name153">
                    <dgm:if name="Name154" func="var" arg="dir" op="equ" val="norm">
                      <dgm:choose name="Name155">
                        <dgm:if name="Name156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57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58">
                      <dgm:choose name="Name159">
                        <dgm:if name="Name160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61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62">
                    <dgm:if name="Name163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64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65" axis="ch" ptType="node" st="3" cnt="1">
                <dgm:layoutNode name="bullet5c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c" styleLbl="revTx">
                  <dgm:varLst>
                    <dgm:bulletEnabled val="1"/>
                  </dgm:varLst>
                  <dgm:choose name="Name166">
                    <dgm:if name="Name167" func="var" arg="dir" op="equ" val="norm">
                      <dgm:choose name="Name168">
                        <dgm:if name="Name169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70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71">
                      <dgm:choose name="Name172">
                        <dgm:if name="Name173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74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75">
                    <dgm:if name="Name176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77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78" axis="ch" ptType="node" st="4" cnt="1">
                <dgm:layoutNode name="bullet5d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d" styleLbl="revTx">
                  <dgm:varLst>
                    <dgm:bulletEnabled val="1"/>
                  </dgm:varLst>
                  <dgm:choose name="Name179">
                    <dgm:if name="Name180" func="var" arg="dir" op="equ" val="norm">
                      <dgm:choose name="Name181">
                        <dgm:if name="Name182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83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84">
                      <dgm:choose name="Name185">
                        <dgm:if name="Name186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87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88">
                    <dgm:if name="Name189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90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91" axis="ch" ptType="node" st="5" cnt="1">
                <dgm:layoutNode name="bullet5e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e" styleLbl="revTx">
                  <dgm:varLst>
                    <dgm:bulletEnabled val="1"/>
                  </dgm:varLst>
                  <dgm:choose name="Name192">
                    <dgm:if name="Name193" func="var" arg="dir" op="equ" val="norm">
                      <dgm:choose name="Name194">
                        <dgm:if name="Name195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96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97">
                      <dgm:choose name="Name198">
                        <dgm:if name="Name199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200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201">
                    <dgm:if name="Name202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203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else>
        </dgm:choose>
      </dgm:if>
      <dgm:else name="Name204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0E99E25-5B65-D93A-3010-8B947D67E65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AEB28A-33CC-6CF5-1214-F2C3205F679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888634-FBA9-41D6-8B35-EE3A7D816B7C}" type="datetimeFigureOut">
              <a:rPr lang="en-US" smtClean="0"/>
              <a:t>1/10/2026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D63414-6160-FF79-B3F6-CD615625C84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83E93F-BDEC-C5F7-2553-8324882C419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7C78D2-97D1-4B37-BDD1-08A09BD4CA9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1359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A28068-AFBD-4979-B752-9EB6F90B1386}" type="datetimeFigureOut">
              <a:rPr lang="en-US" smtClean="0"/>
              <a:t>1/10/2026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939589-3E79-4C82-AA4A-FE78234FAA5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4968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17961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Slid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57809"/>
            <a:ext cx="7983110" cy="3080335"/>
          </a:xfrm>
        </p:spPr>
        <p:txBody>
          <a:bodyPr lIns="0" tIns="0" rIns="0" bIns="0" anchor="b"/>
          <a:lstStyle>
            <a:lvl1pPr algn="l">
              <a:lnSpc>
                <a:spcPts val="5400"/>
              </a:lnSpc>
              <a:defRPr sz="5400" b="1" i="0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349632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8161510" y="2744546"/>
            <a:ext cx="465456" cy="581432"/>
            <a:chOff x="7843462" y="2744546"/>
            <a:chExt cx="465456" cy="581432"/>
          </a:xfrm>
        </p:grpSpPr>
        <p:sp>
          <p:nvSpPr>
            <p:cNvPr id="19" name="Graphic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Graphic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Graphic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1379060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16544" y="614202"/>
            <a:ext cx="5918072" cy="2276856"/>
          </a:xfrm>
        </p:spPr>
        <p:txBody>
          <a:bodyPr lIns="0" tIns="0" rIns="0" bIns="0" anchor="b"/>
          <a:lstStyle>
            <a:lvl1pPr algn="r">
              <a:lnSpc>
                <a:spcPts val="4000"/>
              </a:lnSpc>
              <a:defRPr sz="4000" b="1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C738AB3-8054-6E21-C34C-36AF3A31AC4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4120D15-E48C-4FBE-BB95-24DB36D9F45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280160" y="2530058"/>
            <a:ext cx="3707972" cy="3707971"/>
          </a:xfrm>
          <a:custGeom>
            <a:avLst/>
            <a:gdLst>
              <a:gd name="connsiteX0" fmla="*/ 1853986 w 3707972"/>
              <a:gd name="connsiteY0" fmla="*/ 0 h 3707971"/>
              <a:gd name="connsiteX1" fmla="*/ 3707972 w 3707972"/>
              <a:gd name="connsiteY1" fmla="*/ 1853986 h 3707971"/>
              <a:gd name="connsiteX2" fmla="*/ 2043545 w 3707972"/>
              <a:gd name="connsiteY2" fmla="*/ 3698400 h 3707971"/>
              <a:gd name="connsiteX3" fmla="*/ 1854006 w 3707972"/>
              <a:gd name="connsiteY3" fmla="*/ 3707971 h 3707971"/>
              <a:gd name="connsiteX4" fmla="*/ 1853966 w 3707972"/>
              <a:gd name="connsiteY4" fmla="*/ 3707971 h 3707971"/>
              <a:gd name="connsiteX5" fmla="*/ 1664427 w 3707972"/>
              <a:gd name="connsiteY5" fmla="*/ 3698400 h 3707971"/>
              <a:gd name="connsiteX6" fmla="*/ 0 w 3707972"/>
              <a:gd name="connsiteY6" fmla="*/ 1853986 h 3707971"/>
              <a:gd name="connsiteX7" fmla="*/ 1853986 w 3707972"/>
              <a:gd name="connsiteY7" fmla="*/ 0 h 3707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707972" h="3707971">
                <a:moveTo>
                  <a:pt x="1853986" y="0"/>
                </a:moveTo>
                <a:cubicBezTo>
                  <a:pt x="2877914" y="0"/>
                  <a:pt x="3707972" y="830058"/>
                  <a:pt x="3707972" y="1853986"/>
                </a:cubicBezTo>
                <a:cubicBezTo>
                  <a:pt x="3707972" y="2813919"/>
                  <a:pt x="2978429" y="3603458"/>
                  <a:pt x="2043545" y="3698400"/>
                </a:cubicBezTo>
                <a:lnTo>
                  <a:pt x="1854006" y="3707971"/>
                </a:lnTo>
                <a:lnTo>
                  <a:pt x="1853966" y="3707971"/>
                </a:lnTo>
                <a:lnTo>
                  <a:pt x="1664427" y="3698400"/>
                </a:lnTo>
                <a:cubicBezTo>
                  <a:pt x="729543" y="3603458"/>
                  <a:pt x="0" y="2813919"/>
                  <a:pt x="0" y="1853986"/>
                </a:cubicBezTo>
                <a:cubicBezTo>
                  <a:pt x="0" y="830058"/>
                  <a:pt x="830058" y="0"/>
                  <a:pt x="1853986" y="0"/>
                </a:cubicBezTo>
                <a:close/>
              </a:path>
            </a:pathLst>
          </a:custGeom>
        </p:spPr>
        <p:txBody>
          <a:bodyPr wrap="square" tIns="914400" anchor="t">
            <a:noAutofit/>
          </a:bodyPr>
          <a:lstStyle>
            <a:lvl1pPr algn="ctr">
              <a:buNone/>
              <a:defRPr sz="16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FD1B85-4BEF-C1C1-5619-B82E9E44A9F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116548" y="3161752"/>
            <a:ext cx="5918068" cy="3144965"/>
          </a:xfrm>
        </p:spPr>
        <p:txBody>
          <a:bodyPr lIns="0" tIns="0" rIns="0" bIns="0">
            <a:normAutofit/>
          </a:bodyPr>
          <a:lstStyle>
            <a:lvl1pPr marL="0" indent="0" algn="r">
              <a:spcBef>
                <a:spcPts val="1200"/>
              </a:spcBef>
              <a:buNone/>
              <a:defRPr sz="2400">
                <a:solidFill>
                  <a:schemeClr val="bg1"/>
                </a:solidFill>
              </a:defRPr>
            </a:lvl1pPr>
            <a:lvl2pPr marL="457200" indent="0" algn="r">
              <a:spcBef>
                <a:spcPts val="1200"/>
              </a:spcBef>
              <a:buNone/>
              <a:defRPr sz="2400">
                <a:solidFill>
                  <a:schemeClr val="bg1"/>
                </a:solidFill>
              </a:defRPr>
            </a:lvl2pPr>
            <a:lvl3pPr marL="914400" indent="0" algn="r">
              <a:spcBef>
                <a:spcPts val="1200"/>
              </a:spcBef>
              <a:buNone/>
              <a:defRPr sz="2400">
                <a:solidFill>
                  <a:schemeClr val="bg1"/>
                </a:solidFill>
              </a:defRPr>
            </a:lvl3pPr>
            <a:lvl4pPr marL="1371600" indent="0" algn="r">
              <a:spcBef>
                <a:spcPts val="1200"/>
              </a:spcBef>
              <a:buNone/>
              <a:defRPr sz="2400">
                <a:solidFill>
                  <a:schemeClr val="bg1"/>
                </a:solidFill>
              </a:defRPr>
            </a:lvl4pPr>
            <a:lvl5pPr marL="1828800" indent="0" algn="r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3AE7F8D-AE68-4A83-BAB5-3A97D473CE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Graphic 12">
            <a:extLst>
              <a:ext uri="{FF2B5EF4-FFF2-40B4-BE49-F238E27FC236}">
                <a16:creationId xmlns:a16="http://schemas.microsoft.com/office/drawing/2014/main" id="{EA1B6985-3E5A-40F4-9268-D4AB3BBF8C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745394" y="276027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Graphic 13">
            <a:extLst>
              <a:ext uri="{FF2B5EF4-FFF2-40B4-BE49-F238E27FC236}">
                <a16:creationId xmlns:a16="http://schemas.microsoft.com/office/drawing/2014/main" id="{338BC906-9D03-4280-85E8-21A81BC21D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386614" y="2530982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Graphic 15">
            <a:extLst>
              <a:ext uri="{FF2B5EF4-FFF2-40B4-BE49-F238E27FC236}">
                <a16:creationId xmlns:a16="http://schemas.microsoft.com/office/drawing/2014/main" id="{C5C06D53-C9F6-47E8-BFE1-B8193A1AED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652402" y="6031572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E9872E9-2F0D-2FEB-0974-F0BBBC5E033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238999" y="6356350"/>
            <a:ext cx="3795615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07687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Pictur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386775"/>
            <a:ext cx="8311102" cy="3080335"/>
          </a:xfrm>
        </p:spPr>
        <p:txBody>
          <a:bodyPr lIns="0" tIns="274320" rIns="0" bIns="0" anchor="t" anchorCtr="0"/>
          <a:lstStyle>
            <a:lvl1pPr algn="l">
              <a:lnSpc>
                <a:spcPts val="5400"/>
              </a:lnSpc>
              <a:defRPr sz="5400" b="1" i="0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0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9670435">
            <a:off x="7632743" y="794953"/>
            <a:ext cx="465456" cy="581432"/>
            <a:chOff x="7843462" y="2744546"/>
            <a:chExt cx="465456" cy="581432"/>
          </a:xfrm>
        </p:grpSpPr>
        <p:sp>
          <p:nvSpPr>
            <p:cNvPr id="19" name="Graphic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Graphic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Graphic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3" name="Picture Placeholder 14">
            <a:extLst>
              <a:ext uri="{FF2B5EF4-FFF2-40B4-BE49-F238E27FC236}">
                <a16:creationId xmlns:a16="http://schemas.microsoft.com/office/drawing/2014/main" id="{01D87F51-D69B-9038-0566-4FDC355AB6F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97587" y="411831"/>
            <a:ext cx="3521337" cy="3521344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anchor="t" anchorCtr="0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9512396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+ Pictur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80159" y="640080"/>
            <a:ext cx="10302240" cy="1852046"/>
          </a:xfrm>
        </p:spPr>
        <p:txBody>
          <a:bodyPr lIns="0" tIns="0" rIns="0" bIns="0" anchor="b"/>
          <a:lstStyle>
            <a:lvl1pPr algn="l">
              <a:lnSpc>
                <a:spcPts val="5400"/>
              </a:lnSpc>
              <a:defRPr sz="5400" b="1" i="0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0158" y="2588447"/>
            <a:ext cx="7853678" cy="726645"/>
          </a:xfrm>
        </p:spPr>
        <p:txBody>
          <a:bodyPr lIns="0" tIns="0" rIns="0" bIns="0" anchor="t" anchorCtr="0">
            <a:normAutofit/>
          </a:bodyPr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349632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7659974" y="4456458"/>
            <a:ext cx="465456" cy="581432"/>
            <a:chOff x="7843462" y="2744546"/>
            <a:chExt cx="465456" cy="581432"/>
          </a:xfrm>
        </p:grpSpPr>
        <p:sp>
          <p:nvSpPr>
            <p:cNvPr id="19" name="Graphic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Graphic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Graphic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5DDB7824-50BA-B12F-AD49-CA8953CA3A0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36252" y="3205313"/>
            <a:ext cx="3043077" cy="3043083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anchor="t" anchorCtr="0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6526456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4800" y="640080"/>
            <a:ext cx="7498080" cy="1280160"/>
          </a:xfrm>
        </p:spPr>
        <p:txBody>
          <a:bodyPr lIns="0" tIns="0" rIns="0" bIns="0" anchor="b" anchorCtr="0"/>
          <a:lstStyle>
            <a:lvl1pPr>
              <a:defRPr sz="4000" b="1" cap="all" spc="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2376"/>
            <a:ext cx="520991" cy="517379"/>
          </a:xfrm>
        </p:spPr>
        <p:txBody>
          <a:bodyPr anchor="t" anchorCtr="0"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E62FC6D8-DD87-4B93-8491-43C84EE63FE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317615" y="895646"/>
            <a:ext cx="1956925" cy="1956928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" anchor="t" anchorCtr="0">
            <a:noAutofit/>
          </a:bodyPr>
          <a:lstStyle>
            <a:lvl1pPr algn="ctr">
              <a:buNone/>
              <a:defRPr sz="1800"/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14800" y="2194560"/>
            <a:ext cx="7498080" cy="402336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>
              <a:defRPr sz="1600"/>
            </a:lvl2pPr>
            <a:lvl3pPr marL="457200">
              <a:defRPr sz="1400"/>
            </a:lvl3pPr>
            <a:lvl4pPr marL="685800">
              <a:defRPr sz="1200"/>
            </a:lvl4pPr>
            <a:lvl5pPr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58B5E78-A531-681D-1312-F21B52D066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2970685" y="620661"/>
            <a:ext cx="403448" cy="381782"/>
            <a:chOff x="10969280" y="1780012"/>
            <a:chExt cx="403448" cy="381782"/>
          </a:xfrm>
        </p:grpSpPr>
        <p:sp>
          <p:nvSpPr>
            <p:cNvPr id="17" name="Graphic 10">
              <a:extLst>
                <a:ext uri="{FF2B5EF4-FFF2-40B4-BE49-F238E27FC236}">
                  <a16:creationId xmlns:a16="http://schemas.microsoft.com/office/drawing/2014/main" id="{AAD06B87-D9B2-4F94-B734-A8F039A203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281590" y="2070656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2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" name="Graphic 11">
              <a:extLst>
                <a:ext uri="{FF2B5EF4-FFF2-40B4-BE49-F238E27FC236}">
                  <a16:creationId xmlns:a16="http://schemas.microsoft.com/office/drawing/2014/main" id="{BB13A13C-36EA-4B13-9175-C5FE95B34D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969280" y="1780012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solidFill>
              <a:schemeClr val="accent2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4" name="Footer Placeholder 8">
            <a:extLst>
              <a:ext uri="{FF2B5EF4-FFF2-40B4-BE49-F238E27FC236}">
                <a16:creationId xmlns:a16="http://schemas.microsoft.com/office/drawing/2014/main" id="{5189CAD3-7011-6481-11F8-05B5CB106F0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280160" y="6356350"/>
            <a:ext cx="4114800" cy="365125"/>
          </a:xfrm>
        </p:spPr>
        <p:txBody>
          <a:bodyPr lIns="0" rIns="91440"/>
          <a:lstStyle>
            <a:lvl1pPr algn="l">
              <a:defRPr/>
            </a:lvl1pPr>
          </a:lstStyle>
          <a:p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B7CB27F-7A56-A747-A4D6-5627C24638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7111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+ Subtitle slid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80159" y="3383280"/>
            <a:ext cx="10302240" cy="1852046"/>
          </a:xfrm>
        </p:spPr>
        <p:txBody>
          <a:bodyPr lIns="0" tIns="274320" rIns="0" bIns="0" anchor="t" anchorCtr="0"/>
          <a:lstStyle>
            <a:lvl1pPr algn="l">
              <a:lnSpc>
                <a:spcPts val="5400"/>
              </a:lnSpc>
              <a:defRPr sz="5400" b="1" i="0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0158" y="2966886"/>
            <a:ext cx="10302237" cy="397191"/>
          </a:xfrm>
        </p:spPr>
        <p:txBody>
          <a:bodyPr lIns="0" tIns="0" rIns="0" bIns="0" anchor="b" anchorCtr="0">
            <a:normAutofit/>
          </a:bodyPr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97692" y="620298"/>
            <a:ext cx="465456" cy="581432"/>
            <a:chOff x="7843462" y="2744546"/>
            <a:chExt cx="465456" cy="581432"/>
          </a:xfrm>
        </p:grpSpPr>
        <p:sp>
          <p:nvSpPr>
            <p:cNvPr id="19" name="Graphic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Graphic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Graphic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7912362-D30D-7B0B-BA94-0993B1EBC4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0"/>
            <a:ext cx="0" cy="2775857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76449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0" y="685800"/>
            <a:ext cx="9137012" cy="1280160"/>
          </a:xfrm>
        </p:spPr>
        <p:txBody>
          <a:bodyPr lIns="0" tIns="0" rIns="0" bIns="0"/>
          <a:lstStyle>
            <a:lvl1pPr>
              <a:defRPr sz="4000" b="1" cap="all" spc="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0F91A5DB-A2CA-1D70-9A06-3869A288C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80160" y="2327440"/>
            <a:ext cx="4846320" cy="4040574"/>
          </a:xfrm>
        </p:spPr>
        <p:txBody>
          <a:bodyPr lIns="0" tIns="0" rIns="0" bIns="0">
            <a:normAutofit/>
          </a:bodyPr>
          <a:lstStyle>
            <a:lvl1pPr marL="0" indent="0">
              <a:spcAft>
                <a:spcPts val="0"/>
              </a:spcAft>
              <a:buNone/>
              <a:defRPr sz="1800"/>
            </a:lvl1pPr>
            <a:lvl2pPr marL="228600">
              <a:spcBef>
                <a:spcPts val="1200"/>
              </a:spcBef>
              <a:defRPr sz="1800"/>
            </a:lvl2pPr>
            <a:lvl3pPr marL="685800">
              <a:spcBef>
                <a:spcPts val="1200"/>
              </a:spcBef>
              <a:defRPr sz="1800"/>
            </a:lvl3pPr>
            <a:lvl4pPr marL="1143000">
              <a:spcBef>
                <a:spcPts val="1200"/>
              </a:spcBef>
              <a:defRPr sz="1800"/>
            </a:lvl4pPr>
            <a:lvl5pPr marL="1600200">
              <a:spcBef>
                <a:spcPts val="12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723402" y="2327441"/>
            <a:ext cx="4846320" cy="4040574"/>
          </a:xfrm>
        </p:spPr>
        <p:txBody>
          <a:bodyPr lIns="0" tIns="0" rIns="0" bIns="0">
            <a:normAutofit/>
          </a:bodyPr>
          <a:lstStyle>
            <a:lvl1pPr marL="0" indent="0">
              <a:spcAft>
                <a:spcPts val="0"/>
              </a:spcAft>
              <a:buNone/>
              <a:defRPr sz="1800"/>
            </a:lvl1pPr>
            <a:lvl2pPr marL="228600">
              <a:spcBef>
                <a:spcPts val="1200"/>
              </a:spcBef>
              <a:defRPr sz="1800"/>
            </a:lvl2pPr>
            <a:lvl3pPr marL="685800">
              <a:spcBef>
                <a:spcPts val="1200"/>
              </a:spcBef>
              <a:defRPr sz="1800"/>
            </a:lvl3pPr>
            <a:lvl4pPr marL="1143000">
              <a:spcBef>
                <a:spcPts val="1200"/>
              </a:spcBef>
              <a:defRPr sz="1800"/>
            </a:lvl4pPr>
            <a:lvl5pPr marL="1600200">
              <a:spcBef>
                <a:spcPts val="12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60F34ED-DA60-4CC2-B735-B0EC5D9FE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Graphic 15">
            <a:extLst>
              <a:ext uri="{FF2B5EF4-FFF2-40B4-BE49-F238E27FC236}">
                <a16:creationId xmlns:a16="http://schemas.microsoft.com/office/drawing/2014/main" id="{A9475260-301F-4744-B1DA-7B00F6FB43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508317" y="492206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Graphic 16">
            <a:extLst>
              <a:ext uri="{FF2B5EF4-FFF2-40B4-BE49-F238E27FC236}">
                <a16:creationId xmlns:a16="http://schemas.microsoft.com/office/drawing/2014/main" id="{9BBD3F4B-0836-48C5-AC68-747456D1DD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477944" y="1055581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Graphic 14">
            <a:extLst>
              <a:ext uri="{FF2B5EF4-FFF2-40B4-BE49-F238E27FC236}">
                <a16:creationId xmlns:a16="http://schemas.microsoft.com/office/drawing/2014/main" id="{9B4398D5-99F4-4F83-AA77-9B4177648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41555" y="44663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D6A69CF-70D6-AB12-CD8B-FD75B7EE1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75955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9EFE408-BFE1-16DC-F7C6-47F55C171A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2992" y="0"/>
            <a:ext cx="5779008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4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5572" y="685800"/>
            <a:ext cx="4754880" cy="5670550"/>
          </a:xfrm>
        </p:spPr>
        <p:txBody>
          <a:bodyPr lIns="0" tIns="0" rIns="0" bIns="0" anchor="ctr" anchorCtr="0"/>
          <a:lstStyle>
            <a:lvl1pPr algn="l">
              <a:defRPr sz="4000" b="1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4C0ED5DD-6381-0FFD-7B45-D21179A39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5">
            <a:extLst>
              <a:ext uri="{FF2B5EF4-FFF2-40B4-BE49-F238E27FC236}">
                <a16:creationId xmlns:a16="http://schemas.microsoft.com/office/drawing/2014/main" id="{F042E432-AE48-385B-DEA1-32129394CE76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1279526" y="1533524"/>
            <a:ext cx="4663440" cy="1895475"/>
          </a:xfrm>
        </p:spPr>
        <p:txBody>
          <a:bodyPr lIns="0" tIns="0" rIns="0" bIns="0" anchor="t" anchorCtr="0">
            <a:noAutofit/>
          </a:bodyPr>
          <a:lstStyle>
            <a:lvl1pPr marL="342900" indent="-512064">
              <a:spcBef>
                <a:spcPts val="1000"/>
              </a:spcBef>
              <a:buFont typeface="+mj-lt"/>
              <a:buAutoNum type="arabicPeriod"/>
              <a:defRPr sz="1800"/>
            </a:lvl1pPr>
            <a:lvl2pPr marL="1028700" indent="-342900">
              <a:spcBef>
                <a:spcPts val="1200"/>
              </a:spcBef>
              <a:buFont typeface="+mj-lt"/>
              <a:buAutoNum type="alphaLcPeriod"/>
              <a:defRPr sz="1800"/>
            </a:lvl2pPr>
            <a:lvl3pPr marL="1257300" indent="-342900">
              <a:spcBef>
                <a:spcPts val="1200"/>
              </a:spcBef>
              <a:buFont typeface="+mj-lt"/>
              <a:buAutoNum type="arabicParenR"/>
              <a:defRPr sz="1800"/>
            </a:lvl3pPr>
            <a:lvl4pPr marL="1714500" indent="-342900">
              <a:spcBef>
                <a:spcPts val="1200"/>
              </a:spcBef>
              <a:buFont typeface="+mj-lt"/>
              <a:buAutoNum type="alphaLcParenR"/>
              <a:defRPr sz="1800"/>
            </a:lvl4pPr>
            <a:lvl5pPr marL="2228850" indent="-400050">
              <a:spcBef>
                <a:spcPts val="1200"/>
              </a:spcBef>
              <a:buFont typeface="+mj-lt"/>
              <a:buAutoNum type="romanLcPeriod"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DF111B2E-0535-57E2-FE92-620F9307A956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80160" y="3482974"/>
            <a:ext cx="4663440" cy="1190033"/>
          </a:xfrm>
        </p:spPr>
        <p:txBody>
          <a:bodyPr lIns="0" tIns="0" rIns="0" bIns="0" anchor="t" anchorCtr="0">
            <a:noAutofit/>
          </a:bodyPr>
          <a:lstStyle>
            <a:lvl1pPr marL="0" indent="0">
              <a:spcBef>
                <a:spcPts val="1200"/>
              </a:spcBef>
              <a:buNone/>
              <a:defRPr sz="1800"/>
            </a:lvl1pPr>
            <a:lvl2pPr marL="457200" indent="0">
              <a:spcBef>
                <a:spcPts val="1200"/>
              </a:spcBef>
              <a:buNone/>
              <a:defRPr sz="1600"/>
            </a:lvl2pPr>
            <a:lvl3pPr marL="914400" indent="0">
              <a:spcBef>
                <a:spcPts val="1200"/>
              </a:spcBef>
              <a:buNone/>
              <a:defRPr sz="1400"/>
            </a:lvl3pPr>
            <a:lvl4pPr marL="1371600" indent="0">
              <a:spcBef>
                <a:spcPts val="1200"/>
              </a:spcBef>
              <a:buNone/>
              <a:defRPr sz="1200"/>
            </a:lvl4pPr>
            <a:lvl5pPr marL="1828800" indent="0">
              <a:spcBef>
                <a:spcPts val="1200"/>
              </a:spcBef>
              <a:buNone/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1280160" y="4692058"/>
            <a:ext cx="4663440" cy="1584918"/>
          </a:xfrm>
        </p:spPr>
        <p:txBody>
          <a:bodyPr lIns="0" tIns="0" rIns="0" bIns="0" anchor="t" anchorCtr="0">
            <a:noAutofit/>
          </a:bodyPr>
          <a:lstStyle>
            <a:lvl1pPr>
              <a:spcBef>
                <a:spcPts val="1200"/>
              </a:spcBef>
              <a:defRPr sz="1800"/>
            </a:lvl1pPr>
            <a:lvl2pPr>
              <a:spcBef>
                <a:spcPts val="1200"/>
              </a:spcBef>
              <a:defRPr sz="1600"/>
            </a:lvl2pPr>
            <a:lvl3pPr>
              <a:spcBef>
                <a:spcPts val="1200"/>
              </a:spcBef>
              <a:defRPr sz="1400"/>
            </a:lvl3pPr>
            <a:lvl4pPr>
              <a:spcBef>
                <a:spcPts val="1200"/>
              </a:spcBef>
              <a:defRPr sz="1200"/>
            </a:lvl4pPr>
            <a:lvl5pPr>
              <a:spcBef>
                <a:spcPts val="1200"/>
              </a:spcBef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Footer Placeholder 20">
            <a:extLst>
              <a:ext uri="{FF2B5EF4-FFF2-40B4-BE49-F238E27FC236}">
                <a16:creationId xmlns:a16="http://schemas.microsoft.com/office/drawing/2014/main" id="{34C23E1A-9E5E-DA12-8E11-83F486766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Ins="91440"/>
          <a:lstStyle>
            <a:lvl1pPr algn="l">
              <a:defRPr/>
            </a:lvl1pPr>
          </a:lstStyle>
          <a:p>
            <a:endParaRPr lang="en-US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3FE6E42-6A8F-C459-87EE-E2A5BAFA85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93202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60" y="301752"/>
            <a:ext cx="4663438" cy="2441448"/>
          </a:xfrm>
        </p:spPr>
        <p:txBody>
          <a:bodyPr lIns="0" tIns="0" rIns="0" bIns="0" anchor="ctr" anchorCtr="0"/>
          <a:lstStyle>
            <a:lvl1pPr algn="l">
              <a:lnSpc>
                <a:spcPts val="4000"/>
              </a:lnSpc>
              <a:spcBef>
                <a:spcPts val="1000"/>
              </a:spcBef>
              <a:defRPr sz="4000" b="1" i="0" cap="all" spc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6630"/>
            <a:ext cx="520991" cy="517379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FB40175-FA51-DA14-A5B2-CD06DE6ECC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80161" y="2777067"/>
            <a:ext cx="4663440" cy="3550581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>
              <a:lnSpc>
                <a:spcPct val="110000"/>
              </a:lnSpc>
              <a:defRPr sz="1600"/>
            </a:lvl2pPr>
            <a:lvl3pPr marL="457200">
              <a:lnSpc>
                <a:spcPct val="110000"/>
              </a:lnSpc>
              <a:defRPr sz="1400"/>
            </a:lvl3pPr>
            <a:lvl4pPr marL="685800">
              <a:lnSpc>
                <a:spcPct val="110000"/>
              </a:lnSpc>
              <a:defRPr sz="1200"/>
            </a:lvl4pPr>
            <a:lvl5pPr marL="914400">
              <a:lnSpc>
                <a:spcPct val="110000"/>
              </a:lnSpc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15930B2-E36D-4D05-A6B3-CA1BF61D50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2089" y="0"/>
            <a:ext cx="5779911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9CEC7E0F-60E8-418B-978D-C607C82E97F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695553" y="301752"/>
            <a:ext cx="5221224" cy="6263640"/>
          </a:xfrm>
        </p:spPr>
        <p:txBody>
          <a:bodyPr tIns="914400" anchor="t" anchorCtr="0"/>
          <a:lstStyle>
            <a:lvl1pPr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10" name="Footer Placeholder 8">
            <a:extLst>
              <a:ext uri="{FF2B5EF4-FFF2-40B4-BE49-F238E27FC236}">
                <a16:creationId xmlns:a16="http://schemas.microsoft.com/office/drawing/2014/main" id="{7A4AE671-C203-0370-2888-FC8F7D444D1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280160" y="6356350"/>
            <a:ext cx="4434825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792BFA8-57AD-0B5C-2534-1E862B58DA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5127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6807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59" y="640080"/>
            <a:ext cx="4815836" cy="2103120"/>
          </a:xfrm>
        </p:spPr>
        <p:txBody>
          <a:bodyPr lIns="0" tIns="0" rIns="0" bIns="0" anchor="ctr" anchorCtr="0"/>
          <a:lstStyle>
            <a:lvl1pPr algn="l">
              <a:defRPr sz="4000" b="1" cap="all" spc="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6183E8BD-29F0-8F9F-FC7D-73F8067BCDD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C983CA3-739C-6C20-AFE0-0997370354B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531427" y="640080"/>
            <a:ext cx="5122889" cy="2103120"/>
          </a:xfrm>
        </p:spPr>
        <p:txBody>
          <a:bodyPr lIns="0" tIns="0" rIns="0" bIns="0" anchor="ctr" anchorCtr="0">
            <a:normAutofit/>
          </a:bodyPr>
          <a:lstStyle>
            <a:lvl1pPr marL="0" indent="0">
              <a:lnSpc>
                <a:spcPct val="110000"/>
              </a:lnSpc>
              <a:buNone/>
              <a:defRPr sz="1800">
                <a:solidFill>
                  <a:schemeClr val="tx1"/>
                </a:solidFill>
              </a:defRPr>
            </a:lvl1pPr>
            <a:lvl2pPr marL="228600">
              <a:lnSpc>
                <a:spcPct val="100000"/>
              </a:lnSpc>
              <a:defRPr sz="1600">
                <a:solidFill>
                  <a:schemeClr val="tx1"/>
                </a:solidFill>
              </a:defRPr>
            </a:lvl2pPr>
            <a:lvl3pPr marL="457200">
              <a:lnSpc>
                <a:spcPct val="100000"/>
              </a:lnSpc>
              <a:defRPr sz="1400">
                <a:solidFill>
                  <a:schemeClr val="tx1"/>
                </a:solidFill>
              </a:defRPr>
            </a:lvl3pPr>
            <a:lvl4pPr marL="685800">
              <a:lnSpc>
                <a:spcPct val="100000"/>
              </a:lnSpc>
              <a:defRPr sz="1200">
                <a:solidFill>
                  <a:schemeClr val="tx1"/>
                </a:solidFill>
              </a:defRPr>
            </a:lvl4pPr>
            <a:lvl5pPr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BC9F29C-BBE9-AFB4-AFC6-30BCA4EB2A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BC4D286-C480-B4CF-4406-CACC323F9FAD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1280160" y="3017520"/>
            <a:ext cx="10374152" cy="3208866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0BEE2817-4518-D59A-BD13-29A3D4FE64F0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539516" y="6356350"/>
            <a:ext cx="41148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89052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0159" y="4970638"/>
            <a:ext cx="9144000" cy="1280160"/>
          </a:xfrm>
        </p:spPr>
        <p:txBody>
          <a:bodyPr lIns="0" tIns="0" rIns="0" bIns="0" anchor="b" anchorCtr="0"/>
          <a:lstStyle>
            <a:lvl1pPr algn="l">
              <a:defRPr sz="4000" b="1" cap="all" spc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F0626849-9D2D-3C95-8C10-FA8F325FE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80160" y="685800"/>
            <a:ext cx="4937760" cy="4023360"/>
          </a:xfrm>
        </p:spPr>
        <p:txBody>
          <a:bodyPr lIns="0" tIns="0" rIns="0" bIns="0">
            <a:noAutofit/>
          </a:bodyPr>
          <a:lstStyle>
            <a:lvl1pPr marL="0" indent="0">
              <a:spcBef>
                <a:spcPts val="1200"/>
              </a:spcBef>
              <a:buNone/>
              <a:defRPr sz="1800"/>
            </a:lvl1pPr>
            <a:lvl2pPr marL="457200">
              <a:spcBef>
                <a:spcPts val="1200"/>
              </a:spcBef>
              <a:defRPr sz="1800"/>
            </a:lvl2pPr>
            <a:lvl3pPr marL="914400">
              <a:spcBef>
                <a:spcPts val="1200"/>
              </a:spcBef>
              <a:defRPr sz="1800"/>
            </a:lvl3pPr>
            <a:lvl4pPr marL="1371600">
              <a:spcBef>
                <a:spcPts val="1200"/>
              </a:spcBef>
              <a:defRPr sz="1800"/>
            </a:lvl4pPr>
            <a:lvl5pPr marL="1828800">
              <a:spcBef>
                <a:spcPts val="12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704755" y="685800"/>
            <a:ext cx="4937760" cy="4023360"/>
          </a:xfrm>
        </p:spPr>
        <p:txBody>
          <a:bodyPr lIns="0" tIns="0" rIns="0" bIns="0">
            <a:noAutofit/>
          </a:bodyPr>
          <a:lstStyle>
            <a:lvl1pPr>
              <a:spcBef>
                <a:spcPts val="1200"/>
              </a:spcBef>
              <a:defRPr sz="1800"/>
            </a:lvl1pPr>
            <a:lvl2pPr>
              <a:spcBef>
                <a:spcPts val="1200"/>
              </a:spcBef>
              <a:defRPr sz="1800"/>
            </a:lvl2pPr>
            <a:lvl3pPr>
              <a:spcBef>
                <a:spcPts val="1200"/>
              </a:spcBef>
              <a:defRPr sz="1800"/>
            </a:lvl3pPr>
            <a:lvl4pPr>
              <a:spcBef>
                <a:spcPts val="1200"/>
              </a:spcBef>
              <a:defRPr sz="1800"/>
            </a:lvl4pPr>
            <a:lvl5pPr>
              <a:spcBef>
                <a:spcPts val="12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717D91C-F78C-0E4C-FB27-7112AB840A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22570" y="5680647"/>
            <a:ext cx="465456" cy="581432"/>
            <a:chOff x="7843462" y="2744546"/>
            <a:chExt cx="465456" cy="581432"/>
          </a:xfrm>
        </p:grpSpPr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CC935CF3-75DF-0DC7-1B2A-E0E0205DF64B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" name="Graphic 13">
              <a:extLst>
                <a:ext uri="{FF2B5EF4-FFF2-40B4-BE49-F238E27FC236}">
                  <a16:creationId xmlns:a16="http://schemas.microsoft.com/office/drawing/2014/main" id="{D5782BEB-6319-DEC1-F9ED-BA9201C6B9B7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" name="Graphic 15">
              <a:extLst>
                <a:ext uri="{FF2B5EF4-FFF2-40B4-BE49-F238E27FC236}">
                  <a16:creationId xmlns:a16="http://schemas.microsoft.com/office/drawing/2014/main" id="{6E59DFAF-9794-BD12-D89A-422FFFFCE023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1" name="Footer Placeholder 20">
            <a:extLst>
              <a:ext uri="{FF2B5EF4-FFF2-40B4-BE49-F238E27FC236}">
                <a16:creationId xmlns:a16="http://schemas.microsoft.com/office/drawing/2014/main" id="{36444A47-BCB3-5C86-F2B8-25092BE8D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Ins="91440"/>
          <a:lstStyle>
            <a:lvl1pPr algn="l">
              <a:defRPr/>
            </a:lvl1pPr>
          </a:lstStyle>
          <a:p>
            <a:endParaRPr lang="en-US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648C53D-49AB-C003-70E8-5117AF0797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96BC1DE-6696-3408-564E-2D73B126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5400000">
            <a:off x="10711518" y="5393214"/>
            <a:ext cx="1097341" cy="736658"/>
            <a:chOff x="10508317" y="446637"/>
            <a:chExt cx="1097341" cy="736658"/>
          </a:xfrm>
        </p:grpSpPr>
        <p:sp>
          <p:nvSpPr>
            <p:cNvPr id="25" name="Graphic 15">
              <a:extLst>
                <a:ext uri="{FF2B5EF4-FFF2-40B4-BE49-F238E27FC236}">
                  <a16:creationId xmlns:a16="http://schemas.microsoft.com/office/drawing/2014/main" id="{268EB1E4-29D6-C3F5-BCBB-FB7E7EE5C2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508317" y="492206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solidFill>
              <a:schemeClr val="accent2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" name="Graphic 16">
              <a:extLst>
                <a:ext uri="{FF2B5EF4-FFF2-40B4-BE49-F238E27FC236}">
                  <a16:creationId xmlns:a16="http://schemas.microsoft.com/office/drawing/2014/main" id="{09524D46-140F-2F4F-430B-F59815A07C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477944" y="1055581"/>
              <a:ext cx="127714" cy="127714"/>
            </a:xfrm>
            <a:custGeom>
              <a:avLst/>
              <a:gdLst>
                <a:gd name="connsiteX0" fmla="*/ 63857 w 127714"/>
                <a:gd name="connsiteY0" fmla="*/ 18874 h 127714"/>
                <a:gd name="connsiteX1" fmla="*/ 108840 w 127714"/>
                <a:gd name="connsiteY1" fmla="*/ 63857 h 127714"/>
                <a:gd name="connsiteX2" fmla="*/ 63857 w 127714"/>
                <a:gd name="connsiteY2" fmla="*/ 108840 h 127714"/>
                <a:gd name="connsiteX3" fmla="*/ 18874 w 127714"/>
                <a:gd name="connsiteY3" fmla="*/ 63857 h 127714"/>
                <a:gd name="connsiteX4" fmla="*/ 63857 w 127714"/>
                <a:gd name="connsiteY4" fmla="*/ 18874 h 127714"/>
                <a:gd name="connsiteX5" fmla="*/ 63857 w 127714"/>
                <a:gd name="connsiteY5" fmla="*/ 0 h 127714"/>
                <a:gd name="connsiteX6" fmla="*/ 0 w 127714"/>
                <a:gd name="connsiteY6" fmla="*/ 63857 h 127714"/>
                <a:gd name="connsiteX7" fmla="*/ 63857 w 127714"/>
                <a:gd name="connsiteY7" fmla="*/ 127714 h 127714"/>
                <a:gd name="connsiteX8" fmla="*/ 127714 w 127714"/>
                <a:gd name="connsiteY8" fmla="*/ 63857 h 127714"/>
                <a:gd name="connsiteX9" fmla="*/ 63857 w 127714"/>
                <a:gd name="connsiteY9" fmla="*/ 0 h 12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4" h="127714">
                  <a:moveTo>
                    <a:pt x="63857" y="18874"/>
                  </a:moveTo>
                  <a:cubicBezTo>
                    <a:pt x="88700" y="18874"/>
                    <a:pt x="108840" y="39014"/>
                    <a:pt x="108840" y="63857"/>
                  </a:cubicBezTo>
                  <a:cubicBezTo>
                    <a:pt x="108840" y="88700"/>
                    <a:pt x="88700" y="108840"/>
                    <a:pt x="63857" y="108840"/>
                  </a:cubicBezTo>
                  <a:cubicBezTo>
                    <a:pt x="39014" y="108840"/>
                    <a:pt x="18874" y="88700"/>
                    <a:pt x="18874" y="63857"/>
                  </a:cubicBezTo>
                  <a:cubicBezTo>
                    <a:pt x="18898" y="39024"/>
                    <a:pt x="39024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4"/>
                    <a:pt x="63857" y="127714"/>
                  </a:cubicBezTo>
                  <a:cubicBezTo>
                    <a:pt x="99124" y="127714"/>
                    <a:pt x="127714" y="99124"/>
                    <a:pt x="127714" y="63857"/>
                  </a:cubicBezTo>
                  <a:cubicBezTo>
                    <a:pt x="127714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accent2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" name="Graphic 14">
              <a:extLst>
                <a:ext uri="{FF2B5EF4-FFF2-40B4-BE49-F238E27FC236}">
                  <a16:creationId xmlns:a16="http://schemas.microsoft.com/office/drawing/2014/main" id="{AC75143B-C717-8D04-743C-B40FB5EFB2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241555" y="446637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2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4873764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0" y="640080"/>
            <a:ext cx="10087699" cy="1280160"/>
          </a:xfrm>
        </p:spPr>
        <p:txBody>
          <a:bodyPr lIns="0" tIns="0" rIns="0" bIns="0" anchor="b" anchorCtr="0"/>
          <a:lstStyle>
            <a:lvl1pPr>
              <a:defRPr sz="4000" b="1" cap="all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16B8DF0-B7E6-5032-C3C7-E457E793B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280160" y="2103119"/>
            <a:ext cx="10087699" cy="4114800"/>
          </a:xfrm>
        </p:spPr>
        <p:txBody>
          <a:bodyPr lIns="0" tIns="0" rIns="0" bIns="0"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C05CAAB-DBA2-4548-AD5F-01BB97FBB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C5F4D40-ADE4-5EEB-436C-8563A49C5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/>
          <a:lstStyle>
            <a:lvl1pPr algn="l">
              <a:defRPr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17450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Bubbles and Title 1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97" y="585216"/>
            <a:ext cx="8965094" cy="2276856"/>
          </a:xfrm>
        </p:spPr>
        <p:txBody>
          <a:bodyPr lIns="0" tIns="0" rIns="0" anchor="b"/>
          <a:lstStyle>
            <a:lvl1pPr algn="r">
              <a:lnSpc>
                <a:spcPts val="4800"/>
              </a:lnSpc>
              <a:defRPr sz="4800" b="1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14">
            <a:extLst>
              <a:ext uri="{FF2B5EF4-FFF2-40B4-BE49-F238E27FC236}">
                <a16:creationId xmlns:a16="http://schemas.microsoft.com/office/drawing/2014/main" id="{FC9B12A4-113B-B3F6-5926-5C2A6F504AB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371606" y="3205313"/>
            <a:ext cx="3043077" cy="3043083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anchor="t" anchorCtr="0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928810C-E773-43AE-A2A1-4073955CC8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40609" y="3127248"/>
            <a:ext cx="6117381" cy="3017520"/>
          </a:xfrm>
        </p:spPr>
        <p:txBody>
          <a:bodyPr lIns="0" tIns="0" rIns="0" bIns="0">
            <a:normAutofit/>
          </a:bodyPr>
          <a:lstStyle>
            <a:lvl1pPr marL="0" indent="0" algn="r">
              <a:spcBef>
                <a:spcPts val="1200"/>
              </a:spcBef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AF51D36-DB19-27CD-47E0-A4261648DA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8614240">
            <a:off x="3975343" y="2819532"/>
            <a:ext cx="465456" cy="581432"/>
            <a:chOff x="7843462" y="2744546"/>
            <a:chExt cx="465456" cy="581432"/>
          </a:xfrm>
        </p:grpSpPr>
        <p:sp>
          <p:nvSpPr>
            <p:cNvPr id="4" name="Graphic 12">
              <a:extLst>
                <a:ext uri="{FF2B5EF4-FFF2-40B4-BE49-F238E27FC236}">
                  <a16:creationId xmlns:a16="http://schemas.microsoft.com/office/drawing/2014/main" id="{3EFED0E0-17D4-C5B0-09D0-B43338A856B3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" name="Graphic 13">
              <a:extLst>
                <a:ext uri="{FF2B5EF4-FFF2-40B4-BE49-F238E27FC236}">
                  <a16:creationId xmlns:a16="http://schemas.microsoft.com/office/drawing/2014/main" id="{8F798BBE-9B6F-700D-08A1-09ABC5388CCE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" name="Graphic 15">
              <a:extLst>
                <a:ext uri="{FF2B5EF4-FFF2-40B4-BE49-F238E27FC236}">
                  <a16:creationId xmlns:a16="http://schemas.microsoft.com/office/drawing/2014/main" id="{4AE2D1C5-9D85-9049-690C-3AFCE7E2DA56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0FE75D-ACD3-655E-58A7-8F2C182760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3503032"/>
            <a:ext cx="0" cy="334609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93626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36525"/>
            <a:ext cx="10515600" cy="1509713"/>
          </a:xfrm>
        </p:spPr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2390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6630"/>
            <a:ext cx="520991" cy="517379"/>
          </a:xfrm>
        </p:spPr>
        <p:txBody>
          <a:bodyPr/>
          <a:lstStyle/>
          <a:p>
            <a:fld id="{D8DA9DAA-006C-4F4B-980E-E3DF019B24E2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5B2B208-F5B9-0151-C982-A389CB0B29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15890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32910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20EEA6CA-DE1E-18ED-E69E-54A1372FE2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15890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973C81-5E94-41F6-CE15-3B4763B3A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835B5C-F994-9D57-3118-919EE90F5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0867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DA4224-F4E4-47A4-ACF7-231749390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5394" y="1"/>
            <a:ext cx="9918405" cy="164623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679907-DC49-4B86-A34C-C97DBC26A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35394" y="1825625"/>
            <a:ext cx="991840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C0E9BD-90BD-46AE-8A0D-06796ADB7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86121" y="726630"/>
            <a:ext cx="520991" cy="517379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ctr">
              <a:defRPr sz="1800" b="1" i="0" cap="all" spc="100" baseline="0"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EF1C86-6A9C-D287-D381-5634A69BF1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435394" y="6356350"/>
            <a:ext cx="27432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1B8477-3F24-EDCB-C8AC-8433636391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38999" y="6356350"/>
            <a:ext cx="4114800" cy="365125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9713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17" r:id="rId2"/>
    <p:sldLayoutId id="2147483728" r:id="rId3"/>
    <p:sldLayoutId id="2147483729" r:id="rId4"/>
    <p:sldLayoutId id="2147483710" r:id="rId5"/>
    <p:sldLayoutId id="2147483727" r:id="rId6"/>
    <p:sldLayoutId id="2147483701" r:id="rId7"/>
    <p:sldLayoutId id="2147483721" r:id="rId8"/>
    <p:sldLayoutId id="2147483720" r:id="rId9"/>
    <p:sldLayoutId id="2147483730" r:id="rId10"/>
    <p:sldLayoutId id="2147483722" r:id="rId11"/>
    <p:sldLayoutId id="2147483698" r:id="rId12"/>
    <p:sldLayoutId id="2147483732" r:id="rId13"/>
    <p:sldLayoutId id="2147483702" r:id="rId14"/>
    <p:sldLayoutId id="2147483703" r:id="rId15"/>
  </p:sldLayoutIdLst>
  <p:hf sldNum="0" hdr="0" ftr="0"/>
  <p:txStyles>
    <p:titleStyle>
      <a:lvl1pPr algn="l" defTabSz="914400" rtl="0" eaLnBrk="1" latinLnBrk="0" hangingPunct="1">
        <a:lnSpc>
          <a:spcPts val="4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7.png"/><Relationship Id="rId5" Type="http://schemas.openxmlformats.org/officeDocument/2006/relationships/hyperlink" Target="https://github.com/yasenstar/PowerBI_Tutorial" TargetMode="Externa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enstar/PowerBI_Tutoria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enstar/PowerBI_Tutoria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enstar/PowerBI_Tutoria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2.jpeg"/><Relationship Id="rId5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enstar/PowerBI_Tutoria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1.xml"/><Relationship Id="rId3" Type="http://schemas.openxmlformats.org/officeDocument/2006/relationships/hyperlink" Target="https://github.com/yasenstar/PowerBI_Tutorial" TargetMode="External"/><Relationship Id="rId7" Type="http://schemas.openxmlformats.org/officeDocument/2006/relationships/diagramLayout" Target="../diagrams/layout1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6" Type="http://schemas.openxmlformats.org/officeDocument/2006/relationships/diagramData" Target="../diagrams/data1.xml"/><Relationship Id="rId5" Type="http://schemas.openxmlformats.org/officeDocument/2006/relationships/image" Target="../media/image15.png"/><Relationship Id="rId10" Type="http://schemas.microsoft.com/office/2007/relationships/diagramDrawing" Target="../diagrams/drawing1.xml"/><Relationship Id="rId4" Type="http://schemas.openxmlformats.org/officeDocument/2006/relationships/image" Target="../media/image7.png"/><Relationship Id="rId9" Type="http://schemas.openxmlformats.org/officeDocument/2006/relationships/diagramColors" Target="../diagrams/colors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enstar/PowerBI_Tutoria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enstar/PowerBI_Tutoria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enstar/PowerBI_Tutoria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3" Type="http://schemas.openxmlformats.org/officeDocument/2006/relationships/hyperlink" Target="https://github.com/yasenstar/PowerBI_Tutorial" TargetMode="External"/><Relationship Id="rId7" Type="http://schemas.openxmlformats.org/officeDocument/2006/relationships/diagramData" Target="../diagrams/data2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3.png"/><Relationship Id="rId11" Type="http://schemas.microsoft.com/office/2007/relationships/diagramDrawing" Target="../diagrams/drawing2.xml"/><Relationship Id="rId5" Type="http://schemas.openxmlformats.org/officeDocument/2006/relationships/image" Target="../media/image22.png"/><Relationship Id="rId10" Type="http://schemas.openxmlformats.org/officeDocument/2006/relationships/diagramColors" Target="../diagrams/colors2.xml"/><Relationship Id="rId4" Type="http://schemas.openxmlformats.org/officeDocument/2006/relationships/image" Target="../media/image7.png"/><Relationship Id="rId9" Type="http://schemas.openxmlformats.org/officeDocument/2006/relationships/diagramQuickStyle" Target="../diagrams/quickStyle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hyperlink" Target="https://github.com/yasenstar/PowerBI_Tutorial" TargetMode="External"/><Relationship Id="rId7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enstar/PowerBI_Tutoria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enstar/PowerBI_Tutoria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enstar/PowerBI_Tutoria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BADC82F-D911-CBE6-4354-4C4F50E186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8275" y="414337"/>
            <a:ext cx="9315450" cy="6029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4030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7F6DAAA-FCE0-654C-5217-9F110F5FA8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987" y="385762"/>
            <a:ext cx="9344025" cy="6086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3983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D270F40-3164-DAF4-0B0E-3EDE48495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8030" y="479204"/>
            <a:ext cx="6335940" cy="6080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22750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B7163987-0866-FC21-AC97-B97A7DFF892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98310" y="852861"/>
            <a:ext cx="6937883" cy="560250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8733A4-47D3-DBFD-C44B-27DD1982D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7" y="323765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19E6F6-6E82-E347-FB35-362C956AAF85}"/>
              </a:ext>
            </a:extLst>
          </p:cNvPr>
          <p:cNvSpPr txBox="1"/>
          <p:nvPr/>
        </p:nvSpPr>
        <p:spPr>
          <a:xfrm>
            <a:off x="9737656" y="212563"/>
            <a:ext cx="2089033" cy="1015663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60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000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4C8FB3B-F6EC-73EC-1F2A-D9CBFA2077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4561B3A-8402-1759-F640-AF478F2406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4469" y="3804349"/>
            <a:ext cx="6937883" cy="218635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918C3D4-9A38-0E93-BDC4-25F2D64A16FE}"/>
              </a:ext>
            </a:extLst>
          </p:cNvPr>
          <p:cNvSpPr txBox="1"/>
          <p:nvPr/>
        </p:nvSpPr>
        <p:spPr>
          <a:xfrm>
            <a:off x="7911091" y="1726011"/>
            <a:ext cx="3951723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3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Opening</a:t>
            </a:r>
          </a:p>
          <a:p>
            <a:pPr algn="ctr"/>
            <a:r>
              <a:rPr lang="en-US" sz="3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&amp;</a:t>
            </a:r>
          </a:p>
          <a:p>
            <a:pPr algn="ctr"/>
            <a:r>
              <a:rPr lang="en-US" sz="3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Welcome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0020B5F-DF2B-C741-4C5C-111A62BDC4E4}"/>
              </a:ext>
            </a:extLst>
          </p:cNvPr>
          <p:cNvSpPr txBox="1"/>
          <p:nvPr/>
        </p:nvSpPr>
        <p:spPr>
          <a:xfrm>
            <a:off x="2448951" y="6488487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/>
              <a:t>Repository: </a:t>
            </a:r>
            <a:r>
              <a:rPr lang="en-US" b="1">
                <a:hlinkClick r:id="rId5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2760364-54A8-5426-5103-040DED6587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745" y="1982722"/>
            <a:ext cx="2474437" cy="309592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5067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733A4-47D3-DBFD-C44B-27DD1982D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7" y="323765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1CD235-BE86-A03B-9C1C-C4E733A5453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31068" y="2595506"/>
            <a:ext cx="3926922" cy="3017520"/>
          </a:xfrm>
        </p:spPr>
        <p:txBody>
          <a:bodyPr>
            <a:normAutofit/>
          </a:bodyPr>
          <a:lstStyle/>
          <a:p>
            <a:r>
              <a:rPr lang="en-US" sz="3600" dirty="0"/>
              <a:t>Part 0 Introduction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19E6F6-6E82-E347-FB35-362C956AAF85}"/>
              </a:ext>
            </a:extLst>
          </p:cNvPr>
          <p:cNvSpPr txBox="1"/>
          <p:nvPr/>
        </p:nvSpPr>
        <p:spPr>
          <a:xfrm>
            <a:off x="9737656" y="212563"/>
            <a:ext cx="2089033" cy="1015663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60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001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4C8FB3B-F6EC-73EC-1F2A-D9CBFA2077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0020B5F-DF2B-C741-4C5C-111A62BDC4E4}"/>
              </a:ext>
            </a:extLst>
          </p:cNvPr>
          <p:cNvSpPr txBox="1"/>
          <p:nvPr/>
        </p:nvSpPr>
        <p:spPr>
          <a:xfrm>
            <a:off x="2448951" y="6488487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/>
              <a:t>Repository: </a:t>
            </a:r>
            <a:r>
              <a:rPr lang="en-US" b="1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661A236-B453-6629-068D-F2464F98033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5F5DC"/>
              </a:clrFrom>
              <a:clrTo>
                <a:srgbClr val="F5F5DC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409826" y="875461"/>
            <a:ext cx="8842538" cy="561302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2760364-54A8-5426-5103-040DED6587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9064" y="2073576"/>
            <a:ext cx="2474437" cy="309592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144189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57CF44-B427-7833-B551-2D6F82E7D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2D6E7-B6EA-6F3D-B116-DBCDCE8F2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24918D-3377-AD41-5BAC-7F4E1B004D8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9" y="915490"/>
            <a:ext cx="8033702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dirty="0"/>
              <a:t>Part 1. Put Your BI Thinking Caps On</a:t>
            </a:r>
          </a:p>
          <a:p>
            <a:pPr algn="l"/>
            <a:r>
              <a:rPr lang="en-US" altLang="zh-CN" sz="3600" dirty="0"/>
              <a:t>Chapter 01: Data Analytics Terms (1)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4E7043-16D7-B6A9-593F-FB52B84B693E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002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4445852-B18F-5191-80C7-BD285ED039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B685EAB-B4B0-B90A-9EB3-04FC6728C797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9E43224-3CCB-6E34-A2D7-0474D9EB41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796D11-92FE-A898-1E41-DD144B8E61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1121" y="1780865"/>
            <a:ext cx="7210292" cy="41148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84A61AC-3AC3-9B00-81D3-5F00BBD5D3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93897" y="3532472"/>
            <a:ext cx="5223281" cy="295200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42852728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57797-79B6-D16C-F254-C3005553C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5B2C3-8BA4-7B7E-2083-8ACA1AFE7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CC253B-DCEC-4DD0-A59C-74F92A5311C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9" y="915490"/>
            <a:ext cx="8033702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dirty="0"/>
              <a:t>Part 1. Put Your BI Thinking Caps On</a:t>
            </a:r>
          </a:p>
          <a:p>
            <a:pPr algn="l"/>
            <a:r>
              <a:rPr lang="en-US" altLang="zh-CN" sz="3600" dirty="0"/>
              <a:t>Chapter 01: Data Analytics Terms (2)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4576D9-7105-2A82-F412-4B7F3788670C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003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F2BE13B-7012-430F-0B23-58DC373F1A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309EBB9-813F-833D-3841-71FE7DF5E29E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C86886E-29F1-EA44-260E-3F5BD4508C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4569937-F6DC-4D58-A317-3FFCAE08A0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6265" y="1549405"/>
            <a:ext cx="8241135" cy="472020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2050" name="Picture 2" descr="What is Power BI | Introduction to Power BI | Power BI Tutorial | Edureka">
            <a:extLst>
              <a:ext uri="{FF2B5EF4-FFF2-40B4-BE49-F238E27FC236}">
                <a16:creationId xmlns:a16="http://schemas.microsoft.com/office/drawing/2014/main" id="{E019B0A7-31DC-CE42-4459-58CA8D1CAA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1175" y="3570489"/>
            <a:ext cx="5103064" cy="295544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74769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FA103-A7D1-6F55-7D2A-8A2172784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C1F40-8317-12F2-8937-CB7F425169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005F7E-1FFB-77E3-B4D5-1BE827902E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9" y="915490"/>
            <a:ext cx="8033702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dirty="0"/>
              <a:t>Part 1. Put Your BI Thinking Caps On</a:t>
            </a:r>
          </a:p>
          <a:p>
            <a:pPr algn="l"/>
            <a:r>
              <a:rPr lang="en-US" altLang="zh-CN" sz="3600" dirty="0"/>
              <a:t>Chapter 02: </a:t>
            </a:r>
            <a:r>
              <a:rPr lang="en-US" altLang="zh-CN" sz="3600" dirty="0">
                <a:highlight>
                  <a:srgbClr val="C0C0C0"/>
                </a:highlight>
              </a:rPr>
              <a:t>Who</a:t>
            </a:r>
            <a:r>
              <a:rPr lang="en-US" altLang="zh-CN" sz="3600" dirty="0"/>
              <a:t>, How, What (1)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3A57AB-136B-9547-F553-5FA486DE712D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004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E5266CE-384B-5A78-7936-665C1B4BD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84EA724-A0D8-E17F-C8CD-201C9E98EE70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541B033-E107-AEA4-4319-E63535C530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9F9CA7B-42DB-6FF0-3A97-6C6347FE55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068" y="1487212"/>
            <a:ext cx="8646449" cy="48843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C2BDD9C-B18F-C9D6-9E5B-83F014C902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4768" y="4215819"/>
            <a:ext cx="1599462" cy="14661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877782E-761B-00F8-6B6F-7ADBA019C0EF}"/>
              </a:ext>
            </a:extLst>
          </p:cNvPr>
          <p:cNvSpPr txBox="1"/>
          <p:nvPr/>
        </p:nvSpPr>
        <p:spPr>
          <a:xfrm>
            <a:off x="7706727" y="4447458"/>
            <a:ext cx="178067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accent6"/>
                </a:solidFill>
              </a:rPr>
              <a:t>DATA RELATED ROLE</a:t>
            </a:r>
            <a:endParaRPr lang="en-US" b="1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45403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5A348-0092-2C16-BC22-177351402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3DCED-872B-03B9-6944-86230EAA62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07BA64-24FD-FA13-5DCA-9CFB1489E5F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9" y="915490"/>
            <a:ext cx="8033702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dirty="0"/>
              <a:t>Part 1. Put Your BI Thinking Caps On</a:t>
            </a:r>
          </a:p>
          <a:p>
            <a:pPr algn="l"/>
            <a:r>
              <a:rPr lang="en-US" altLang="zh-CN" sz="3600" dirty="0"/>
              <a:t>Chapter 02: Who, </a:t>
            </a:r>
            <a:r>
              <a:rPr lang="en-US" altLang="zh-CN" sz="3600" dirty="0">
                <a:highlight>
                  <a:srgbClr val="C0C0C0"/>
                </a:highlight>
              </a:rPr>
              <a:t>How</a:t>
            </a:r>
            <a:r>
              <a:rPr lang="en-US" altLang="zh-CN" sz="3600" dirty="0"/>
              <a:t>, What (2)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A56DB2-E386-479B-5BA1-21A94BF76543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005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244CDCA-1A7C-7A4C-E8AC-0C64FA8D86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06DB1A9-C3A9-A240-B331-D899475B8E5C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D49F22E-224F-8551-8A1B-838B69AA59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0B6DDB9-A5FF-F591-6F81-B5D273CDC1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8071" y="1554789"/>
            <a:ext cx="8508747" cy="48473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F4476974-B50F-CE54-8409-096AFA9D518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06375859"/>
              </p:ext>
            </p:extLst>
          </p:nvPr>
        </p:nvGraphicFramePr>
        <p:xfrm>
          <a:off x="5891639" y="3775246"/>
          <a:ext cx="4975283" cy="29428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</p:spTree>
    <p:extLst>
      <p:ext uri="{BB962C8B-B14F-4D97-AF65-F5344CB8AC3E}">
        <p14:creationId xmlns:p14="http://schemas.microsoft.com/office/powerpoint/2010/main" val="6453866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85BE5-C6E1-80E1-1840-7651AFCEA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3C8BC-37E5-C2DA-5FEE-CE8CE0237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AD3B90-20D5-FD55-DF02-FA591F6BCA4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9" y="915490"/>
            <a:ext cx="8033702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dirty="0"/>
              <a:t>Part 1. Put Your BI Thinking Caps On</a:t>
            </a:r>
          </a:p>
          <a:p>
            <a:pPr algn="l"/>
            <a:r>
              <a:rPr lang="en-US" altLang="zh-CN" sz="3600" dirty="0"/>
              <a:t>Chapter 02: Who, How, </a:t>
            </a:r>
            <a:r>
              <a:rPr lang="en-US" altLang="zh-CN" sz="3600" dirty="0">
                <a:highlight>
                  <a:srgbClr val="C0C0C0"/>
                </a:highlight>
              </a:rPr>
              <a:t>What</a:t>
            </a:r>
            <a:r>
              <a:rPr lang="en-US" altLang="zh-CN" sz="3600" dirty="0"/>
              <a:t> (3)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9285CC-0C2B-2E38-DA0C-15A255656866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006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14114AB-622A-E02D-B241-D7122E6032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A86CA5C-C6A1-2E30-3AF9-2227AC3FFB18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C479CFC-CD7F-F961-BE9D-CEBF78CD53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4F1174-C58F-B5C2-6405-78E3EBB1AE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7339" y="1464130"/>
            <a:ext cx="8674434" cy="491651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DDF6DC-6F83-6B23-EAEA-801EFFD247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0198" y="4008925"/>
            <a:ext cx="4354896" cy="244962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1699360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1D5B29-956F-C6A3-2D75-E204E7539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86B1E-4BB4-C889-B3F4-3654F23754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FC1875-E7B0-6173-2849-D060CE4E66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9" y="915490"/>
            <a:ext cx="8033702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dirty="0"/>
              <a:t>Part 1. Put Your BI Thinking Caps On</a:t>
            </a:r>
          </a:p>
          <a:p>
            <a:pPr algn="l"/>
            <a:r>
              <a:rPr lang="en-US" altLang="zh-CN" sz="3600" dirty="0"/>
              <a:t>Chapter 03: Choices of Power BI – (1)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0D2D57-78CE-E41D-8670-AFEA6C983838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007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50691CF-E421-E2A7-5CE4-1E120DAD9F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90A1AE3-54FA-88CB-D395-4032622246AE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92A8EF4-197A-9125-9026-74C24B81F1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7B3AC2B-CCE4-79AA-4260-6107B27F3D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9738" y="1346012"/>
            <a:ext cx="7915991" cy="505478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FA4E665-4CC8-AD27-1E62-92BAB7BD0E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367" y="4247059"/>
            <a:ext cx="4343382" cy="208091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3220435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CE7C6-F73C-CCC3-71F0-C98AC02BF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6F33F-60EF-327A-620B-DEB51E6AF4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9550DA-F468-B7C6-0B9F-FF6D027474B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8" y="915490"/>
            <a:ext cx="9314437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dirty="0"/>
              <a:t>Part 1. Put Your BI Thinking Caps On</a:t>
            </a:r>
          </a:p>
          <a:p>
            <a:pPr algn="l"/>
            <a:r>
              <a:rPr lang="en-US" altLang="zh-CN" sz="3600" dirty="0"/>
              <a:t>Chapter 03: Choices of Power BI – (2)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C55352-E4CF-1FB9-DB2A-1FE755314D73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008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7388808-FB87-2335-8CF4-A1CC9B7AFF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18DF251-9F56-FD6A-1C82-766E6BE0447C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87B186B-F8F6-577C-9CE9-45D1AF461A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D0DDC73-FEED-0B3A-D7AD-579C81C8F8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4998" y="1536268"/>
            <a:ext cx="8288561" cy="48844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75F5F15-3701-75E0-01B0-883C32531D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6665" y="4271893"/>
            <a:ext cx="2318582" cy="203831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3BD86BB-ED2C-B63B-9D35-BD489C1F41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5208" y="4665057"/>
            <a:ext cx="826143" cy="82265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0202535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D68C3-0684-B933-7F34-F5AE70E27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51BD1-1254-8B1F-B20B-7AC666A41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11BA8D-E3CA-EC81-7D15-92108AC1041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8" y="915490"/>
            <a:ext cx="9314437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dirty="0"/>
              <a:t>Part 1. Put Your BI Thinking Caps On</a:t>
            </a:r>
          </a:p>
          <a:p>
            <a:pPr algn="l"/>
            <a:r>
              <a:rPr lang="en-US" altLang="zh-CN" sz="3600" dirty="0"/>
              <a:t>Chapter 03: Choices of Power BI – (3)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C48AC2-18D9-F461-6EF4-22D2ED51F3D3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009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841194B-DDED-0D0B-D2B5-22AF9AC04C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5F793B9-1A23-E188-4063-11D385DBA087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DE2AAC1-9536-0C8F-8983-DA4D05B4D9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5BCE0B2-0FAD-2801-D44F-883604DF93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1881" y="1511627"/>
            <a:ext cx="7512484" cy="48846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8E4D4A5-DCE6-BD4D-00A3-018FC184D1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8764" y="4266719"/>
            <a:ext cx="1574853" cy="140333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3E826128-41BA-05EB-9F1A-B5CFD463029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87253323"/>
              </p:ext>
            </p:extLst>
          </p:nvPr>
        </p:nvGraphicFramePr>
        <p:xfrm>
          <a:off x="6096000" y="3867167"/>
          <a:ext cx="6025869" cy="26833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5114937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469B0-FC4B-C84C-6408-1EE639727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44895-92E8-F404-D915-2DCAFC97E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BDD229-A35A-C5BB-89D2-EE242F25CD0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8" y="915490"/>
            <a:ext cx="9314437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dirty="0"/>
              <a:t>Part 1. Put Your BI Thinking Caps On</a:t>
            </a:r>
          </a:p>
          <a:p>
            <a:pPr algn="l"/>
            <a:r>
              <a:rPr lang="en-US" altLang="zh-CN" sz="3600" dirty="0"/>
              <a:t>Chapter 03: Choices of Power BI – (4)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91FA7C-A486-0B42-955E-5ED422276478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010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0A8C366-5EED-9283-A294-23D399F258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ECB144C-8564-3549-3A49-8C99C53B6E69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1043E59-7B29-23CD-E49C-52DBB1479F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A729083-A23E-5B36-B32E-680A56BA6B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8002" y="1487212"/>
            <a:ext cx="7314917" cy="467935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1D9FD30-E67A-6223-8018-4F72A60A83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7393" y="4418666"/>
            <a:ext cx="1308607" cy="110413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40AD9ED-765A-7006-D416-FC28509DD8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9655" y="4418666"/>
            <a:ext cx="1442737" cy="110413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4DDFC14-30C8-3537-FDBD-20B3C47BF62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26047" y="4418667"/>
            <a:ext cx="1267710" cy="110413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7075009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E6ED7-DBE6-56FC-0C3B-92BC7BCA7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74AB7-F738-E937-62E9-99AD03D99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E8EB3B-FE44-9040-D1C9-06AE6948B6C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8" y="915490"/>
            <a:ext cx="9314437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dirty="0"/>
              <a:t>Part 1. Put Your BI Thinking Caps On</a:t>
            </a:r>
          </a:p>
          <a:p>
            <a:pPr algn="l"/>
            <a:r>
              <a:rPr lang="en-US" altLang="zh-CN" sz="3600" dirty="0"/>
              <a:t>Chapter 04: Power BI Highlights – (1)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CCF089-4D12-0A4B-A356-FF88170BF9A2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011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7622F7A-000B-171A-A768-A31404ACF7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FFD2210-7278-7B11-D310-6A5EA8BC28ED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C8EB9F9-D13C-1E81-2185-B8553C9D2A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828D18B-B94A-D889-9BCD-760C3FB133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6925" y="1521298"/>
            <a:ext cx="8421300" cy="48188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C1A043-48E5-5150-C566-5AA03E5D11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8243" y="4073233"/>
            <a:ext cx="2029108" cy="211484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7634886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3BE10-B0F2-F679-ECA9-A7C672A1B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28D39-3B8B-1D49-3208-0D8251A306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B060FB-58B1-49B8-7152-03D1C0DC3FA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8" y="915490"/>
            <a:ext cx="9314437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dirty="0"/>
              <a:t>Part 1. Put Your BI Thinking Caps On</a:t>
            </a:r>
          </a:p>
          <a:p>
            <a:pPr algn="l"/>
            <a:r>
              <a:rPr lang="en-US" altLang="zh-CN" sz="3600" dirty="0"/>
              <a:t>Chapter 04: Power BI Highlights – (1)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53DF39-8F94-B129-3194-4BADF7D42245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012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7C19FA0-1CC5-7B57-FBE4-615C3C9D51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63F9FED-FF10-1846-90DA-82325091A10B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E3F905E-11A8-3B88-89A1-7DD5B85A05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B52B2F5-CAAC-7F24-F66E-150A65E03F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138" y="1487212"/>
            <a:ext cx="8796509" cy="49510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6C8048F-D94B-3BED-81DA-22D85FADE0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3950" y="4064515"/>
            <a:ext cx="2177816" cy="217781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322406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11C00-7B80-9832-409B-0F74DECD1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09A1D-9059-C5F3-5836-F501EB6E2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291069-3306-D151-3413-2824BC1FD11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8" y="915490"/>
            <a:ext cx="9314437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b="1" dirty="0"/>
              <a:t>Part 2. Time to a Data Party</a:t>
            </a:r>
          </a:p>
          <a:p>
            <a:pPr algn="l"/>
            <a:r>
              <a:rPr lang="en-US" altLang="zh-CN" sz="3600" dirty="0"/>
              <a:t>Chapter 05: Preparing Data Sources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8FA8A2-11A6-A569-2BBD-8E502FA214AB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013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167050B-C6BB-D8AA-4BC5-8A0D72A328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7E5A924-7FF8-942C-C7F5-3039AFF2E800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2A3525D-DFE6-1FBD-68FC-E739E02241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212643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0CAFD73-E11B-F840-4A9D-3301CE4C50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054" y="1083990"/>
            <a:ext cx="5874734" cy="503788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4D03C02-7C5F-FCD6-ED16-BEA0FE6D88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6172" y="3500232"/>
            <a:ext cx="4676775" cy="299085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5950B14-03FB-D0FA-3FF2-604DCE0615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0502" y="537883"/>
            <a:ext cx="3334065" cy="331999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6766006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D01E6-BCB2-F5B8-E00C-021D6F852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54E6BC2-A75D-1B1E-8780-2839D10444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053" y="575864"/>
            <a:ext cx="6668431" cy="57062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BD8E0F6-53A4-1572-B3BB-B93EA23BC7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6172" y="3500232"/>
            <a:ext cx="4676775" cy="299085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FBC51B1-D710-AD0C-DF62-4987CDA97D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5176" y="2174178"/>
            <a:ext cx="3334065" cy="331999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4201739286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VTI">
  <a:themeElements>
    <a:clrScheme name="Gradient">
      <a:dk1>
        <a:sysClr val="windowText" lastClr="000000"/>
      </a:dk1>
      <a:lt1>
        <a:sysClr val="window" lastClr="FFFFFF"/>
      </a:lt1>
      <a:dk2>
        <a:srgbClr val="10013F"/>
      </a:dk2>
      <a:lt2>
        <a:srgbClr val="F2F0FF"/>
      </a:lt2>
      <a:accent1>
        <a:srgbClr val="814DFF"/>
      </a:accent1>
      <a:accent2>
        <a:srgbClr val="243FFF"/>
      </a:accent2>
      <a:accent3>
        <a:srgbClr val="FF83B6"/>
      </a:accent3>
      <a:accent4>
        <a:srgbClr val="FF9022"/>
      </a:accent4>
      <a:accent5>
        <a:srgbClr val="FF1F85"/>
      </a:accent5>
      <a:accent6>
        <a:srgbClr val="1A98FF"/>
      </a:accent6>
      <a:hlink>
        <a:srgbClr val="0563C1"/>
      </a:hlink>
      <a:folHlink>
        <a:srgbClr val="954F72"/>
      </a:folHlink>
    </a:clrScheme>
    <a:fontScheme name="Univers">
      <a:majorFont>
        <a:latin typeface="Univers"/>
        <a:ea typeface=""/>
        <a:cs typeface=""/>
      </a:majorFont>
      <a:minorFont>
        <a:latin typeface="Univer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axy presentation_Win32_SL_V16" id="{36B34AD0-AFC2-468E-8620-6CFD159B149F}" vid="{ACCF8893-1A0E-437D-A612-1659D305EA1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2D646E0-DCC8-4209-B539-AA58186B682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0E87F72-70BF-43BC-A0D4-53665DC1267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FABD9919-8F5A-4B99-83E1-E90FE1DCF2E1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{99CC9ED3-4357-4D1D-BB82-E357E6C37734}tf89338750_win32</Template>
  <TotalTime>1795</TotalTime>
  <Words>484</Words>
  <Application>Microsoft Office PowerPoint</Application>
  <PresentationFormat>Widescreen</PresentationFormat>
  <Paragraphs>80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Goudy Stout</vt:lpstr>
      <vt:lpstr>Univers</vt:lpstr>
      <vt:lpstr>GradientVTI</vt:lpstr>
      <vt:lpstr>PowerPoint Presentation</vt:lpstr>
      <vt:lpstr>PowerPoint Presentation</vt:lpstr>
      <vt:lpstr>PowerPoint Presentation</vt:lpstr>
      <vt:lpstr>Power BI Tutorial</vt:lpstr>
      <vt:lpstr>Power BI Tutorial</vt:lpstr>
      <vt:lpstr>Power BI Tutorial</vt:lpstr>
      <vt:lpstr>Power BI Tutorial</vt:lpstr>
      <vt:lpstr>Power BI Tutorial</vt:lpstr>
      <vt:lpstr>Power BI Tutorial</vt:lpstr>
      <vt:lpstr>Power BI Tutorial</vt:lpstr>
      <vt:lpstr>Power BI Tutorial</vt:lpstr>
      <vt:lpstr>Power BI Tutorial</vt:lpstr>
      <vt:lpstr>Power BI Tutorial</vt:lpstr>
      <vt:lpstr>Power BI Tutorial</vt:lpstr>
      <vt:lpstr>Power BI Tutorial</vt:lpstr>
      <vt:lpstr>Power BI Tutorial</vt:lpstr>
      <vt:lpstr>Power BI Tutorial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Zhao Xiaoqi</dc:creator>
  <cp:lastModifiedBy>Xiaoqi Zhao</cp:lastModifiedBy>
  <cp:revision>22</cp:revision>
  <dcterms:created xsi:type="dcterms:W3CDTF">2024-09-22T02:05:08Z</dcterms:created>
  <dcterms:modified xsi:type="dcterms:W3CDTF">2026-01-11T00:36:41Z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2024-09-22T02:05:48Z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e005241f-966e-49d2-9bdc-499c8b33a11b</vt:lpwstr>
  </property>
  <property fmtid="{D5CDD505-2E9C-101B-9397-08002B2CF9AE}" pid="9" name="MSIP_Label_19540963-e559-4020-8a90-fe8a502c2801_ContentBits">
    <vt:lpwstr>0</vt:lpwstr>
  </property>
</Properties>
</file>
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4"/>
  </p:notesMasterIdLst>
  <p:handoutMasterIdLst>
    <p:handoutMasterId r:id="rId25"/>
  </p:handoutMasterIdLst>
  <p:sldIdLst>
    <p:sldId id="334" r:id="rId5"/>
    <p:sldId id="335" r:id="rId6"/>
    <p:sldId id="336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37" r:id="rId22"/>
    <p:sldId id="35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S PowerBI Certification" id="{0C29F902-B667-4FD1-BBE1-55ACBEDE2956}">
          <p14:sldIdLst>
            <p14:sldId id="334"/>
            <p14:sldId id="335"/>
            <p14:sldId id="336"/>
          </p14:sldIdLst>
        </p14:section>
        <p14:section name="Udemy Course Covers" id="{D7DED217-FC2A-4C9E-A35B-9204E76CE79F}">
          <p14:sldIdLst/>
        </p14:section>
        <p14:section name="Part 0" id="{F2D02265-B16A-46D9-B982-DFBFE447973C}">
          <p14:sldIdLst>
            <p14:sldId id="338"/>
            <p14:sldId id="339"/>
          </p14:sldIdLst>
        </p14:section>
        <p14:section name="Part 1" id="{AAFDA16F-3CE7-4230-92BF-FD5C9C62BC75}">
          <p14:sldIdLst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</p14:sldIdLst>
        </p14:section>
        <p14:section name="Part 2" id="{E27492D7-0C95-4240-AF4E-EFA0A79A40B1}">
          <p14:sldIdLst>
            <p14:sldId id="351"/>
          </p14:sldIdLst>
        </p14:section>
        <p14:section name="add-on" id="{0C1F4F65-72A3-42DD-AC1F-D9167B17FD18}">
          <p14:sldIdLst>
            <p14:sldId id="337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84967" autoAdjust="0"/>
  </p:normalViewPr>
  <p:slideViewPr>
    <p:cSldViewPr snapToGrid="0">
      <p:cViewPr varScale="1">
        <p:scale>
          <a:sx n="118" d="100"/>
          <a:sy n="118" d="100"/>
        </p:scale>
        <p:origin x="198" y="28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A263C0-EE2F-4366-9134-696C45648023}" type="doc">
      <dgm:prSet loTypeId="urn:microsoft.com/office/officeart/2005/8/layout/cycle2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1CF696E8-9051-46C9-9F86-6DCD75FBC9B7}">
      <dgm:prSet phldrT="[Text]" phldr="0" custT="1"/>
      <dgm:spPr/>
      <dgm:t>
        <a:bodyPr/>
        <a:lstStyle/>
        <a:p>
          <a:r>
            <a:rPr lang="en-US" sz="1200" b="1" dirty="0">
              <a:solidFill>
                <a:schemeClr val="bg1"/>
              </a:solidFill>
            </a:rPr>
            <a:t>Prepare</a:t>
          </a:r>
        </a:p>
      </dgm:t>
    </dgm:pt>
    <dgm:pt modelId="{E0F12A04-E419-463D-85CF-B233B5CC6044}" type="parTrans" cxnId="{CC84E1E7-CD46-4851-AB7A-2A2939B4EFB0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65D4780A-73B0-44D0-B038-4524459001FB}" type="sibTrans" cxnId="{CC84E1E7-CD46-4851-AB7A-2A2939B4EFB0}">
      <dgm:prSet custT="1"/>
      <dgm:spPr/>
      <dgm:t>
        <a:bodyPr/>
        <a:lstStyle/>
        <a:p>
          <a:endParaRPr lang="en-US" sz="1000" b="1">
            <a:solidFill>
              <a:schemeClr val="bg1"/>
            </a:solidFill>
          </a:endParaRPr>
        </a:p>
      </dgm:t>
    </dgm:pt>
    <dgm:pt modelId="{3F398D3C-2B75-4F3F-8F24-536C53BBCDD1}">
      <dgm:prSet phldrT="[Text]" phldr="0" custT="1"/>
      <dgm:spPr/>
      <dgm:t>
        <a:bodyPr/>
        <a:lstStyle/>
        <a:p>
          <a:r>
            <a:rPr lang="en-US" sz="1200" b="1" dirty="0">
              <a:solidFill>
                <a:schemeClr val="bg1"/>
              </a:solidFill>
            </a:rPr>
            <a:t>Model</a:t>
          </a:r>
        </a:p>
      </dgm:t>
    </dgm:pt>
    <dgm:pt modelId="{E68CD0DC-BB2A-490C-B80E-316E761D165C}" type="parTrans" cxnId="{DCB42DCE-458A-4CF5-AED4-BA71C57140B9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06ECD0EC-0915-46EE-86FB-2B3DEDB40DED}" type="sibTrans" cxnId="{DCB42DCE-458A-4CF5-AED4-BA71C57140B9}">
      <dgm:prSet custT="1"/>
      <dgm:spPr/>
      <dgm:t>
        <a:bodyPr/>
        <a:lstStyle/>
        <a:p>
          <a:endParaRPr lang="en-US" sz="1000" b="1">
            <a:solidFill>
              <a:schemeClr val="bg1"/>
            </a:solidFill>
          </a:endParaRPr>
        </a:p>
      </dgm:t>
    </dgm:pt>
    <dgm:pt modelId="{FF1F4054-6BB4-4B6A-8E4B-5D3AE4116095}">
      <dgm:prSet phldrT="[Text]" phldr="0" custT="1"/>
      <dgm:spPr/>
      <dgm:t>
        <a:bodyPr/>
        <a:lstStyle/>
        <a:p>
          <a:r>
            <a:rPr lang="en-US" sz="1200" b="1" dirty="0">
              <a:solidFill>
                <a:schemeClr val="bg1"/>
              </a:solidFill>
            </a:rPr>
            <a:t>Visualize</a:t>
          </a:r>
        </a:p>
      </dgm:t>
    </dgm:pt>
    <dgm:pt modelId="{7B2E9757-BDBD-4AAD-94ED-B719B09623F9}" type="parTrans" cxnId="{9DB545DA-6B0B-4E9A-8547-69BA0493B2ED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B79A86F2-E66C-4AEF-8CCD-DBF5AF3D01FB}" type="sibTrans" cxnId="{9DB545DA-6B0B-4E9A-8547-69BA0493B2ED}">
      <dgm:prSet custT="1"/>
      <dgm:spPr/>
      <dgm:t>
        <a:bodyPr/>
        <a:lstStyle/>
        <a:p>
          <a:endParaRPr lang="en-US" sz="1000" b="1">
            <a:solidFill>
              <a:schemeClr val="bg1"/>
            </a:solidFill>
          </a:endParaRPr>
        </a:p>
      </dgm:t>
    </dgm:pt>
    <dgm:pt modelId="{71AB97B4-AAF4-4C99-87DF-20848B31FAF5}">
      <dgm:prSet phldrT="[Text]" phldr="0" custT="1"/>
      <dgm:spPr/>
      <dgm:t>
        <a:bodyPr/>
        <a:lstStyle/>
        <a:p>
          <a:r>
            <a:rPr lang="en-US" sz="1200" b="1" dirty="0">
              <a:solidFill>
                <a:schemeClr val="bg1"/>
              </a:solidFill>
            </a:rPr>
            <a:t>Analyze</a:t>
          </a:r>
        </a:p>
      </dgm:t>
    </dgm:pt>
    <dgm:pt modelId="{EFAC0E68-0879-4C5D-AB89-A3C13A1B3562}" type="parTrans" cxnId="{0C946404-E809-4081-932A-0020E2C0EE3D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8B17F99F-FCB8-4E0A-B6DD-2282DAA37D00}" type="sibTrans" cxnId="{0C946404-E809-4081-932A-0020E2C0EE3D}">
      <dgm:prSet custT="1"/>
      <dgm:spPr/>
      <dgm:t>
        <a:bodyPr/>
        <a:lstStyle/>
        <a:p>
          <a:endParaRPr lang="en-US" sz="1000" b="1">
            <a:solidFill>
              <a:schemeClr val="bg1"/>
            </a:solidFill>
          </a:endParaRPr>
        </a:p>
      </dgm:t>
    </dgm:pt>
    <dgm:pt modelId="{38855099-1905-4F79-8CCD-31204D1AB960}">
      <dgm:prSet phldrT="[Text]" phldr="0" custT="1"/>
      <dgm:spPr/>
      <dgm:t>
        <a:bodyPr/>
        <a:lstStyle/>
        <a:p>
          <a:r>
            <a:rPr lang="en-US" sz="1200" b="1" dirty="0">
              <a:solidFill>
                <a:schemeClr val="bg1"/>
              </a:solidFill>
            </a:rPr>
            <a:t>Manage</a:t>
          </a:r>
        </a:p>
      </dgm:t>
    </dgm:pt>
    <dgm:pt modelId="{0309E77D-20CA-4C7B-BB61-8A693A6CA862}" type="parTrans" cxnId="{FAAF2FE9-44FC-4D34-9060-049C4D2F88DC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1BE69C16-BF18-4576-B0C8-17093FDA8914}" type="sibTrans" cxnId="{FAAF2FE9-44FC-4D34-9060-049C4D2F88DC}">
      <dgm:prSet custT="1"/>
      <dgm:spPr/>
      <dgm:t>
        <a:bodyPr/>
        <a:lstStyle/>
        <a:p>
          <a:endParaRPr lang="en-US" sz="1000" b="1">
            <a:solidFill>
              <a:schemeClr val="bg1"/>
            </a:solidFill>
          </a:endParaRPr>
        </a:p>
      </dgm:t>
    </dgm:pt>
    <dgm:pt modelId="{FC679087-3FB4-4E5B-BC6B-C1319E9C726B}" type="pres">
      <dgm:prSet presAssocID="{EDA263C0-EE2F-4366-9134-696C45648023}" presName="cycle" presStyleCnt="0">
        <dgm:presLayoutVars>
          <dgm:dir/>
          <dgm:resizeHandles val="exact"/>
        </dgm:presLayoutVars>
      </dgm:prSet>
      <dgm:spPr/>
    </dgm:pt>
    <dgm:pt modelId="{1D75FA47-7B0C-4CDF-8CA9-BF907DEF78FD}" type="pres">
      <dgm:prSet presAssocID="{1CF696E8-9051-46C9-9F86-6DCD75FBC9B7}" presName="node" presStyleLbl="node1" presStyleIdx="0" presStyleCnt="5" custScaleX="116633">
        <dgm:presLayoutVars>
          <dgm:bulletEnabled val="1"/>
        </dgm:presLayoutVars>
      </dgm:prSet>
      <dgm:spPr/>
    </dgm:pt>
    <dgm:pt modelId="{BEA5F634-EF32-45E1-B7B5-668F5BAF88A2}" type="pres">
      <dgm:prSet presAssocID="{65D4780A-73B0-44D0-B038-4524459001FB}" presName="sibTrans" presStyleLbl="sibTrans2D1" presStyleIdx="0" presStyleCnt="5"/>
      <dgm:spPr/>
    </dgm:pt>
    <dgm:pt modelId="{EAA376BF-2DF1-48E5-BA57-B69989683ABE}" type="pres">
      <dgm:prSet presAssocID="{65D4780A-73B0-44D0-B038-4524459001FB}" presName="connectorText" presStyleLbl="sibTrans2D1" presStyleIdx="0" presStyleCnt="5"/>
      <dgm:spPr/>
    </dgm:pt>
    <dgm:pt modelId="{DB55DD81-05F5-4974-9AE1-7CE87221E798}" type="pres">
      <dgm:prSet presAssocID="{3F398D3C-2B75-4F3F-8F24-536C53BBCDD1}" presName="node" presStyleLbl="node1" presStyleIdx="1" presStyleCnt="5" custScaleX="116633">
        <dgm:presLayoutVars>
          <dgm:bulletEnabled val="1"/>
        </dgm:presLayoutVars>
      </dgm:prSet>
      <dgm:spPr/>
    </dgm:pt>
    <dgm:pt modelId="{B1E1ACD3-6EA3-4063-80C9-DF89B2BB530E}" type="pres">
      <dgm:prSet presAssocID="{06ECD0EC-0915-46EE-86FB-2B3DEDB40DED}" presName="sibTrans" presStyleLbl="sibTrans2D1" presStyleIdx="1" presStyleCnt="5"/>
      <dgm:spPr/>
    </dgm:pt>
    <dgm:pt modelId="{DAE5BAA0-1560-45C2-A35A-D27DC9B249F6}" type="pres">
      <dgm:prSet presAssocID="{06ECD0EC-0915-46EE-86FB-2B3DEDB40DED}" presName="connectorText" presStyleLbl="sibTrans2D1" presStyleIdx="1" presStyleCnt="5"/>
      <dgm:spPr/>
    </dgm:pt>
    <dgm:pt modelId="{5C353729-11E0-4381-ADFB-B7C642AB34E5}" type="pres">
      <dgm:prSet presAssocID="{FF1F4054-6BB4-4B6A-8E4B-5D3AE4116095}" presName="node" presStyleLbl="node1" presStyleIdx="2" presStyleCnt="5" custScaleX="116633">
        <dgm:presLayoutVars>
          <dgm:bulletEnabled val="1"/>
        </dgm:presLayoutVars>
      </dgm:prSet>
      <dgm:spPr/>
    </dgm:pt>
    <dgm:pt modelId="{D5C2AB2F-7F49-4E35-9F81-4F0745EC9C50}" type="pres">
      <dgm:prSet presAssocID="{B79A86F2-E66C-4AEF-8CCD-DBF5AF3D01FB}" presName="sibTrans" presStyleLbl="sibTrans2D1" presStyleIdx="2" presStyleCnt="5"/>
      <dgm:spPr/>
    </dgm:pt>
    <dgm:pt modelId="{9E6E5E77-8B31-4F9E-AD7E-603A79DD2C86}" type="pres">
      <dgm:prSet presAssocID="{B79A86F2-E66C-4AEF-8CCD-DBF5AF3D01FB}" presName="connectorText" presStyleLbl="sibTrans2D1" presStyleIdx="2" presStyleCnt="5"/>
      <dgm:spPr/>
    </dgm:pt>
    <dgm:pt modelId="{AFFFF243-A2A0-4417-8B14-5F75DD2AC77F}" type="pres">
      <dgm:prSet presAssocID="{71AB97B4-AAF4-4C99-87DF-20848B31FAF5}" presName="node" presStyleLbl="node1" presStyleIdx="3" presStyleCnt="5" custScaleX="116633">
        <dgm:presLayoutVars>
          <dgm:bulletEnabled val="1"/>
        </dgm:presLayoutVars>
      </dgm:prSet>
      <dgm:spPr/>
    </dgm:pt>
    <dgm:pt modelId="{C5AE1C9D-722A-43BE-8CC8-B5AE73CCB3BE}" type="pres">
      <dgm:prSet presAssocID="{8B17F99F-FCB8-4E0A-B6DD-2282DAA37D00}" presName="sibTrans" presStyleLbl="sibTrans2D1" presStyleIdx="3" presStyleCnt="5"/>
      <dgm:spPr/>
    </dgm:pt>
    <dgm:pt modelId="{C36D9C46-12A0-4BA1-B670-421BD1ACF129}" type="pres">
      <dgm:prSet presAssocID="{8B17F99F-FCB8-4E0A-B6DD-2282DAA37D00}" presName="connectorText" presStyleLbl="sibTrans2D1" presStyleIdx="3" presStyleCnt="5"/>
      <dgm:spPr/>
    </dgm:pt>
    <dgm:pt modelId="{DEDBA954-66BD-488A-8493-643BFEFDF428}" type="pres">
      <dgm:prSet presAssocID="{38855099-1905-4F79-8CCD-31204D1AB960}" presName="node" presStyleLbl="node1" presStyleIdx="4" presStyleCnt="5" custScaleX="116633">
        <dgm:presLayoutVars>
          <dgm:bulletEnabled val="1"/>
        </dgm:presLayoutVars>
      </dgm:prSet>
      <dgm:spPr/>
    </dgm:pt>
    <dgm:pt modelId="{EA4C88B1-DA36-4455-A223-63557ED22F22}" type="pres">
      <dgm:prSet presAssocID="{1BE69C16-BF18-4576-B0C8-17093FDA8914}" presName="sibTrans" presStyleLbl="sibTrans2D1" presStyleIdx="4" presStyleCnt="5"/>
      <dgm:spPr/>
    </dgm:pt>
    <dgm:pt modelId="{37E736F6-84A5-4986-95AE-AE1D41CFF4CE}" type="pres">
      <dgm:prSet presAssocID="{1BE69C16-BF18-4576-B0C8-17093FDA8914}" presName="connectorText" presStyleLbl="sibTrans2D1" presStyleIdx="4" presStyleCnt="5"/>
      <dgm:spPr/>
    </dgm:pt>
  </dgm:ptLst>
  <dgm:cxnLst>
    <dgm:cxn modelId="{AA344300-8558-44CE-B368-8C2E28849CC4}" type="presOf" srcId="{1BE69C16-BF18-4576-B0C8-17093FDA8914}" destId="{EA4C88B1-DA36-4455-A223-63557ED22F22}" srcOrd="0" destOrd="0" presId="urn:microsoft.com/office/officeart/2005/8/layout/cycle2"/>
    <dgm:cxn modelId="{0C946404-E809-4081-932A-0020E2C0EE3D}" srcId="{EDA263C0-EE2F-4366-9134-696C45648023}" destId="{71AB97B4-AAF4-4C99-87DF-20848B31FAF5}" srcOrd="3" destOrd="0" parTransId="{EFAC0E68-0879-4C5D-AB89-A3C13A1B3562}" sibTransId="{8B17F99F-FCB8-4E0A-B6DD-2282DAA37D00}"/>
    <dgm:cxn modelId="{7CBB7536-1DC6-4C67-BD1D-F032BDA2A99F}" type="presOf" srcId="{06ECD0EC-0915-46EE-86FB-2B3DEDB40DED}" destId="{DAE5BAA0-1560-45C2-A35A-D27DC9B249F6}" srcOrd="1" destOrd="0" presId="urn:microsoft.com/office/officeart/2005/8/layout/cycle2"/>
    <dgm:cxn modelId="{7F592A67-1A12-4888-B3B5-D190BCB37151}" type="presOf" srcId="{06ECD0EC-0915-46EE-86FB-2B3DEDB40DED}" destId="{B1E1ACD3-6EA3-4063-80C9-DF89B2BB530E}" srcOrd="0" destOrd="0" presId="urn:microsoft.com/office/officeart/2005/8/layout/cycle2"/>
    <dgm:cxn modelId="{F616D24C-9CBC-4549-AA19-2AD78C6224BE}" type="presOf" srcId="{71AB97B4-AAF4-4C99-87DF-20848B31FAF5}" destId="{AFFFF243-A2A0-4417-8B14-5F75DD2AC77F}" srcOrd="0" destOrd="0" presId="urn:microsoft.com/office/officeart/2005/8/layout/cycle2"/>
    <dgm:cxn modelId="{1779F974-BA9F-49FE-A3CC-9382D36E838B}" type="presOf" srcId="{8B17F99F-FCB8-4E0A-B6DD-2282DAA37D00}" destId="{C36D9C46-12A0-4BA1-B670-421BD1ACF129}" srcOrd="1" destOrd="0" presId="urn:microsoft.com/office/officeart/2005/8/layout/cycle2"/>
    <dgm:cxn modelId="{5237E377-2C5F-4BA1-B3C7-A20804D8A7F8}" type="presOf" srcId="{EDA263C0-EE2F-4366-9134-696C45648023}" destId="{FC679087-3FB4-4E5B-BC6B-C1319E9C726B}" srcOrd="0" destOrd="0" presId="urn:microsoft.com/office/officeart/2005/8/layout/cycle2"/>
    <dgm:cxn modelId="{2FE6267A-1C6D-4139-A5E1-4D61B4CD6EDD}" type="presOf" srcId="{8B17F99F-FCB8-4E0A-B6DD-2282DAA37D00}" destId="{C5AE1C9D-722A-43BE-8CC8-B5AE73CCB3BE}" srcOrd="0" destOrd="0" presId="urn:microsoft.com/office/officeart/2005/8/layout/cycle2"/>
    <dgm:cxn modelId="{CE64D18B-FF8D-4FCE-B713-7E70261BF67F}" type="presOf" srcId="{38855099-1905-4F79-8CCD-31204D1AB960}" destId="{DEDBA954-66BD-488A-8493-643BFEFDF428}" srcOrd="0" destOrd="0" presId="urn:microsoft.com/office/officeart/2005/8/layout/cycle2"/>
    <dgm:cxn modelId="{48B85D8D-2E94-4FCA-9AF6-E99DEA55857D}" type="presOf" srcId="{3F398D3C-2B75-4F3F-8F24-536C53BBCDD1}" destId="{DB55DD81-05F5-4974-9AE1-7CE87221E798}" srcOrd="0" destOrd="0" presId="urn:microsoft.com/office/officeart/2005/8/layout/cycle2"/>
    <dgm:cxn modelId="{F462E091-4CD2-47FA-A917-5662106C3EE7}" type="presOf" srcId="{1BE69C16-BF18-4576-B0C8-17093FDA8914}" destId="{37E736F6-84A5-4986-95AE-AE1D41CFF4CE}" srcOrd="1" destOrd="0" presId="urn:microsoft.com/office/officeart/2005/8/layout/cycle2"/>
    <dgm:cxn modelId="{867ADC9C-54CA-43BE-BABC-EBB74918E927}" type="presOf" srcId="{1CF696E8-9051-46C9-9F86-6DCD75FBC9B7}" destId="{1D75FA47-7B0C-4CDF-8CA9-BF907DEF78FD}" srcOrd="0" destOrd="0" presId="urn:microsoft.com/office/officeart/2005/8/layout/cycle2"/>
    <dgm:cxn modelId="{A9EBB7AE-6A6F-4687-944A-FFD1B0B2BB9E}" type="presOf" srcId="{65D4780A-73B0-44D0-B038-4524459001FB}" destId="{EAA376BF-2DF1-48E5-BA57-B69989683ABE}" srcOrd="1" destOrd="0" presId="urn:microsoft.com/office/officeart/2005/8/layout/cycle2"/>
    <dgm:cxn modelId="{0B3B78B3-F911-429C-86F5-B65A633F2D87}" type="presOf" srcId="{B79A86F2-E66C-4AEF-8CCD-DBF5AF3D01FB}" destId="{9E6E5E77-8B31-4F9E-AD7E-603A79DD2C86}" srcOrd="1" destOrd="0" presId="urn:microsoft.com/office/officeart/2005/8/layout/cycle2"/>
    <dgm:cxn modelId="{DAAE87BF-0454-4870-8BFD-434338D4F71B}" type="presOf" srcId="{65D4780A-73B0-44D0-B038-4524459001FB}" destId="{BEA5F634-EF32-45E1-B7B5-668F5BAF88A2}" srcOrd="0" destOrd="0" presId="urn:microsoft.com/office/officeart/2005/8/layout/cycle2"/>
    <dgm:cxn modelId="{DCB42DCE-458A-4CF5-AED4-BA71C57140B9}" srcId="{EDA263C0-EE2F-4366-9134-696C45648023}" destId="{3F398D3C-2B75-4F3F-8F24-536C53BBCDD1}" srcOrd="1" destOrd="0" parTransId="{E68CD0DC-BB2A-490C-B80E-316E761D165C}" sibTransId="{06ECD0EC-0915-46EE-86FB-2B3DEDB40DED}"/>
    <dgm:cxn modelId="{CABE5CD7-FCEA-48ED-BAF6-0AB3CC5A5F53}" type="presOf" srcId="{B79A86F2-E66C-4AEF-8CCD-DBF5AF3D01FB}" destId="{D5C2AB2F-7F49-4E35-9F81-4F0745EC9C50}" srcOrd="0" destOrd="0" presId="urn:microsoft.com/office/officeart/2005/8/layout/cycle2"/>
    <dgm:cxn modelId="{9DB545DA-6B0B-4E9A-8547-69BA0493B2ED}" srcId="{EDA263C0-EE2F-4366-9134-696C45648023}" destId="{FF1F4054-6BB4-4B6A-8E4B-5D3AE4116095}" srcOrd="2" destOrd="0" parTransId="{7B2E9757-BDBD-4AAD-94ED-B719B09623F9}" sibTransId="{B79A86F2-E66C-4AEF-8CCD-DBF5AF3D01FB}"/>
    <dgm:cxn modelId="{6C9EA9DD-FDB7-4E56-8883-A0FDA43D6D06}" type="presOf" srcId="{FF1F4054-6BB4-4B6A-8E4B-5D3AE4116095}" destId="{5C353729-11E0-4381-ADFB-B7C642AB34E5}" srcOrd="0" destOrd="0" presId="urn:microsoft.com/office/officeart/2005/8/layout/cycle2"/>
    <dgm:cxn modelId="{CC84E1E7-CD46-4851-AB7A-2A2939B4EFB0}" srcId="{EDA263C0-EE2F-4366-9134-696C45648023}" destId="{1CF696E8-9051-46C9-9F86-6DCD75FBC9B7}" srcOrd="0" destOrd="0" parTransId="{E0F12A04-E419-463D-85CF-B233B5CC6044}" sibTransId="{65D4780A-73B0-44D0-B038-4524459001FB}"/>
    <dgm:cxn modelId="{FAAF2FE9-44FC-4D34-9060-049C4D2F88DC}" srcId="{EDA263C0-EE2F-4366-9134-696C45648023}" destId="{38855099-1905-4F79-8CCD-31204D1AB960}" srcOrd="4" destOrd="0" parTransId="{0309E77D-20CA-4C7B-BB61-8A693A6CA862}" sibTransId="{1BE69C16-BF18-4576-B0C8-17093FDA8914}"/>
    <dgm:cxn modelId="{B4875C8F-1E47-4724-8080-15BA1039553C}" type="presParOf" srcId="{FC679087-3FB4-4E5B-BC6B-C1319E9C726B}" destId="{1D75FA47-7B0C-4CDF-8CA9-BF907DEF78FD}" srcOrd="0" destOrd="0" presId="urn:microsoft.com/office/officeart/2005/8/layout/cycle2"/>
    <dgm:cxn modelId="{B904A61E-2638-4A86-986C-458712CC04D2}" type="presParOf" srcId="{FC679087-3FB4-4E5B-BC6B-C1319E9C726B}" destId="{BEA5F634-EF32-45E1-B7B5-668F5BAF88A2}" srcOrd="1" destOrd="0" presId="urn:microsoft.com/office/officeart/2005/8/layout/cycle2"/>
    <dgm:cxn modelId="{19A09CF9-3A31-48EF-A86B-00724B3C4D08}" type="presParOf" srcId="{BEA5F634-EF32-45E1-B7B5-668F5BAF88A2}" destId="{EAA376BF-2DF1-48E5-BA57-B69989683ABE}" srcOrd="0" destOrd="0" presId="urn:microsoft.com/office/officeart/2005/8/layout/cycle2"/>
    <dgm:cxn modelId="{0EBDF987-7405-4F5A-9CA7-55332D3642F5}" type="presParOf" srcId="{FC679087-3FB4-4E5B-BC6B-C1319E9C726B}" destId="{DB55DD81-05F5-4974-9AE1-7CE87221E798}" srcOrd="2" destOrd="0" presId="urn:microsoft.com/office/officeart/2005/8/layout/cycle2"/>
    <dgm:cxn modelId="{474AF73E-EFE3-460A-BE2B-36DE9DE508A0}" type="presParOf" srcId="{FC679087-3FB4-4E5B-BC6B-C1319E9C726B}" destId="{B1E1ACD3-6EA3-4063-80C9-DF89B2BB530E}" srcOrd="3" destOrd="0" presId="urn:microsoft.com/office/officeart/2005/8/layout/cycle2"/>
    <dgm:cxn modelId="{85FA08B0-2F8A-43E0-B30A-71C8717D55A7}" type="presParOf" srcId="{B1E1ACD3-6EA3-4063-80C9-DF89B2BB530E}" destId="{DAE5BAA0-1560-45C2-A35A-D27DC9B249F6}" srcOrd="0" destOrd="0" presId="urn:microsoft.com/office/officeart/2005/8/layout/cycle2"/>
    <dgm:cxn modelId="{FD0AF3D0-9C24-427B-A1CC-B59F83A4ED5D}" type="presParOf" srcId="{FC679087-3FB4-4E5B-BC6B-C1319E9C726B}" destId="{5C353729-11E0-4381-ADFB-B7C642AB34E5}" srcOrd="4" destOrd="0" presId="urn:microsoft.com/office/officeart/2005/8/layout/cycle2"/>
    <dgm:cxn modelId="{9E32FF9C-7F05-4CEB-BB9C-B21513C6373F}" type="presParOf" srcId="{FC679087-3FB4-4E5B-BC6B-C1319E9C726B}" destId="{D5C2AB2F-7F49-4E35-9F81-4F0745EC9C50}" srcOrd="5" destOrd="0" presId="urn:microsoft.com/office/officeart/2005/8/layout/cycle2"/>
    <dgm:cxn modelId="{D43A87C0-12C0-432E-8E87-D78D7C98E01B}" type="presParOf" srcId="{D5C2AB2F-7F49-4E35-9F81-4F0745EC9C50}" destId="{9E6E5E77-8B31-4F9E-AD7E-603A79DD2C86}" srcOrd="0" destOrd="0" presId="urn:microsoft.com/office/officeart/2005/8/layout/cycle2"/>
    <dgm:cxn modelId="{7E6AEC29-D6D8-4223-8B5C-FE26D5DB895E}" type="presParOf" srcId="{FC679087-3FB4-4E5B-BC6B-C1319E9C726B}" destId="{AFFFF243-A2A0-4417-8B14-5F75DD2AC77F}" srcOrd="6" destOrd="0" presId="urn:microsoft.com/office/officeart/2005/8/layout/cycle2"/>
    <dgm:cxn modelId="{689C261D-5F16-4AC4-A1BA-E299008198C3}" type="presParOf" srcId="{FC679087-3FB4-4E5B-BC6B-C1319E9C726B}" destId="{C5AE1C9D-722A-43BE-8CC8-B5AE73CCB3BE}" srcOrd="7" destOrd="0" presId="urn:microsoft.com/office/officeart/2005/8/layout/cycle2"/>
    <dgm:cxn modelId="{64131C4A-464E-404E-9A80-77F49A29EA51}" type="presParOf" srcId="{C5AE1C9D-722A-43BE-8CC8-B5AE73CCB3BE}" destId="{C36D9C46-12A0-4BA1-B670-421BD1ACF129}" srcOrd="0" destOrd="0" presId="urn:microsoft.com/office/officeart/2005/8/layout/cycle2"/>
    <dgm:cxn modelId="{906030E7-7C01-4C38-B2F0-10E122318BEC}" type="presParOf" srcId="{FC679087-3FB4-4E5B-BC6B-C1319E9C726B}" destId="{DEDBA954-66BD-488A-8493-643BFEFDF428}" srcOrd="8" destOrd="0" presId="urn:microsoft.com/office/officeart/2005/8/layout/cycle2"/>
    <dgm:cxn modelId="{8C3F1920-2599-406C-88CC-8B6524BEF440}" type="presParOf" srcId="{FC679087-3FB4-4E5B-BC6B-C1319E9C726B}" destId="{EA4C88B1-DA36-4455-A223-63557ED22F22}" srcOrd="9" destOrd="0" presId="urn:microsoft.com/office/officeart/2005/8/layout/cycle2"/>
    <dgm:cxn modelId="{F9E8323F-1AB7-4BB6-B8A7-BC986739E534}" type="presParOf" srcId="{EA4C88B1-DA36-4455-A223-63557ED22F22}" destId="{37E736F6-84A5-4986-95AE-AE1D41CFF4CE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FB5CB6-EBA4-4AF1-A964-208491D6806E}" type="doc">
      <dgm:prSet loTypeId="urn:microsoft.com/office/officeart/2005/8/layout/arrow2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453F969-DB7C-42A1-A9B7-5CDDBEE80790}">
      <dgm:prSet phldrT="[Text]" phldr="0" custT="1"/>
      <dgm:spPr/>
      <dgm:t>
        <a:bodyPr/>
        <a:lstStyle/>
        <a:p>
          <a:r>
            <a:rPr lang="en-US" sz="1600" b="1" dirty="0"/>
            <a:t>Free</a:t>
          </a:r>
        </a:p>
      </dgm:t>
    </dgm:pt>
    <dgm:pt modelId="{C9651CC2-EF3B-4ADC-B10E-B7638A92425D}" type="parTrans" cxnId="{BE04B17A-0FBF-484B-AB3E-FC24EAECDAFD}">
      <dgm:prSet/>
      <dgm:spPr/>
      <dgm:t>
        <a:bodyPr/>
        <a:lstStyle/>
        <a:p>
          <a:endParaRPr lang="en-US" sz="1100" b="1"/>
        </a:p>
      </dgm:t>
    </dgm:pt>
    <dgm:pt modelId="{5F96572A-1699-4C2B-A560-8AAADF283337}" type="sibTrans" cxnId="{BE04B17A-0FBF-484B-AB3E-FC24EAECDAFD}">
      <dgm:prSet/>
      <dgm:spPr/>
      <dgm:t>
        <a:bodyPr/>
        <a:lstStyle/>
        <a:p>
          <a:endParaRPr lang="en-US" sz="1100" b="1"/>
        </a:p>
      </dgm:t>
    </dgm:pt>
    <dgm:pt modelId="{B8654CC6-31F7-4237-8325-A8A19EF32201}">
      <dgm:prSet phldrT="[Text]" phldr="0" custT="1"/>
      <dgm:spPr/>
      <dgm:t>
        <a:bodyPr/>
        <a:lstStyle/>
        <a:p>
          <a:r>
            <a:rPr lang="en-US" sz="1600" b="1" dirty="0"/>
            <a:t>Pro</a:t>
          </a:r>
        </a:p>
      </dgm:t>
    </dgm:pt>
    <dgm:pt modelId="{044B88DB-C102-402F-891C-52FFE6C3F6C7}" type="parTrans" cxnId="{8CA35E5D-24DE-494A-B195-978CE800E4F7}">
      <dgm:prSet/>
      <dgm:spPr/>
      <dgm:t>
        <a:bodyPr/>
        <a:lstStyle/>
        <a:p>
          <a:endParaRPr lang="en-US" sz="1100" b="1"/>
        </a:p>
      </dgm:t>
    </dgm:pt>
    <dgm:pt modelId="{5304F5C7-CC13-4D51-BB9C-6A86D4B7170A}" type="sibTrans" cxnId="{8CA35E5D-24DE-494A-B195-978CE800E4F7}">
      <dgm:prSet/>
      <dgm:spPr/>
      <dgm:t>
        <a:bodyPr/>
        <a:lstStyle/>
        <a:p>
          <a:endParaRPr lang="en-US" sz="1100" b="1"/>
        </a:p>
      </dgm:t>
    </dgm:pt>
    <dgm:pt modelId="{95C16B97-3FDF-4D78-BBB9-9392F9429434}">
      <dgm:prSet phldrT="[Text]" phldr="0" custT="1"/>
      <dgm:spPr/>
      <dgm:t>
        <a:bodyPr/>
        <a:lstStyle/>
        <a:p>
          <a:r>
            <a:rPr lang="en-US" sz="1600" b="1" dirty="0"/>
            <a:t>Premium</a:t>
          </a:r>
        </a:p>
      </dgm:t>
    </dgm:pt>
    <dgm:pt modelId="{3DCAABB3-5844-4C8E-847E-EEB28604B3F9}" type="parTrans" cxnId="{1F55B217-52FD-4921-A177-CAD723C61861}">
      <dgm:prSet/>
      <dgm:spPr/>
      <dgm:t>
        <a:bodyPr/>
        <a:lstStyle/>
        <a:p>
          <a:endParaRPr lang="en-US" sz="1100" b="1"/>
        </a:p>
      </dgm:t>
    </dgm:pt>
    <dgm:pt modelId="{116C690C-068B-4737-8BB1-DAFCFA81FDAA}" type="sibTrans" cxnId="{1F55B217-52FD-4921-A177-CAD723C61861}">
      <dgm:prSet/>
      <dgm:spPr/>
      <dgm:t>
        <a:bodyPr/>
        <a:lstStyle/>
        <a:p>
          <a:endParaRPr lang="en-US" sz="1100" b="1"/>
        </a:p>
      </dgm:t>
    </dgm:pt>
    <dgm:pt modelId="{6C480503-7833-48B0-8DEE-C46E6579CC2A}" type="pres">
      <dgm:prSet presAssocID="{F4FB5CB6-EBA4-4AF1-A964-208491D6806E}" presName="arrowDiagram" presStyleCnt="0">
        <dgm:presLayoutVars>
          <dgm:chMax val="5"/>
          <dgm:dir/>
          <dgm:resizeHandles val="exact"/>
        </dgm:presLayoutVars>
      </dgm:prSet>
      <dgm:spPr/>
    </dgm:pt>
    <dgm:pt modelId="{EA865C5B-9432-468E-BBB8-18C45EB854B4}" type="pres">
      <dgm:prSet presAssocID="{F4FB5CB6-EBA4-4AF1-A964-208491D6806E}" presName="arrow" presStyleLbl="bgShp" presStyleIdx="0" presStyleCnt="1"/>
      <dgm:spPr/>
    </dgm:pt>
    <dgm:pt modelId="{06F70A69-E1F3-4B6D-A823-802909EFCECD}" type="pres">
      <dgm:prSet presAssocID="{F4FB5CB6-EBA4-4AF1-A964-208491D6806E}" presName="arrowDiagram3" presStyleCnt="0"/>
      <dgm:spPr/>
    </dgm:pt>
    <dgm:pt modelId="{AA7CDE4C-EDF5-4E42-88E3-4F00C32F34B2}" type="pres">
      <dgm:prSet presAssocID="{4453F969-DB7C-42A1-A9B7-5CDDBEE80790}" presName="bullet3a" presStyleLbl="node1" presStyleIdx="0" presStyleCnt="3"/>
      <dgm:spPr/>
    </dgm:pt>
    <dgm:pt modelId="{F4DC4BC9-3993-44B4-A218-45EB80965B4E}" type="pres">
      <dgm:prSet presAssocID="{4453F969-DB7C-42A1-A9B7-5CDDBEE80790}" presName="textBox3a" presStyleLbl="revTx" presStyleIdx="0" presStyleCnt="3">
        <dgm:presLayoutVars>
          <dgm:bulletEnabled val="1"/>
        </dgm:presLayoutVars>
      </dgm:prSet>
      <dgm:spPr/>
    </dgm:pt>
    <dgm:pt modelId="{2D0ED859-4626-4542-B178-7F2BF790D6C5}" type="pres">
      <dgm:prSet presAssocID="{B8654CC6-31F7-4237-8325-A8A19EF32201}" presName="bullet3b" presStyleLbl="node1" presStyleIdx="1" presStyleCnt="3"/>
      <dgm:spPr/>
    </dgm:pt>
    <dgm:pt modelId="{BC94C53E-B99E-489C-8C74-82E91EFF3C14}" type="pres">
      <dgm:prSet presAssocID="{B8654CC6-31F7-4237-8325-A8A19EF32201}" presName="textBox3b" presStyleLbl="revTx" presStyleIdx="1" presStyleCnt="3">
        <dgm:presLayoutVars>
          <dgm:bulletEnabled val="1"/>
        </dgm:presLayoutVars>
      </dgm:prSet>
      <dgm:spPr/>
    </dgm:pt>
    <dgm:pt modelId="{06F1FD10-71FE-4E66-A978-71CC4303AC27}" type="pres">
      <dgm:prSet presAssocID="{95C16B97-3FDF-4D78-BBB9-9392F9429434}" presName="bullet3c" presStyleLbl="node1" presStyleIdx="2" presStyleCnt="3"/>
      <dgm:spPr/>
    </dgm:pt>
    <dgm:pt modelId="{3DE64514-EDE5-401D-8BF4-FB43E21FF4E0}" type="pres">
      <dgm:prSet presAssocID="{95C16B97-3FDF-4D78-BBB9-9392F9429434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1F55B217-52FD-4921-A177-CAD723C61861}" srcId="{F4FB5CB6-EBA4-4AF1-A964-208491D6806E}" destId="{95C16B97-3FDF-4D78-BBB9-9392F9429434}" srcOrd="2" destOrd="0" parTransId="{3DCAABB3-5844-4C8E-847E-EEB28604B3F9}" sibTransId="{116C690C-068B-4737-8BB1-DAFCFA81FDAA}"/>
    <dgm:cxn modelId="{8CA35E5D-24DE-494A-B195-978CE800E4F7}" srcId="{F4FB5CB6-EBA4-4AF1-A964-208491D6806E}" destId="{B8654CC6-31F7-4237-8325-A8A19EF32201}" srcOrd="1" destOrd="0" parTransId="{044B88DB-C102-402F-891C-52FFE6C3F6C7}" sibTransId="{5304F5C7-CC13-4D51-BB9C-6A86D4B7170A}"/>
    <dgm:cxn modelId="{B86B3241-784F-4292-8531-EDF31F38CAFF}" type="presOf" srcId="{4453F969-DB7C-42A1-A9B7-5CDDBEE80790}" destId="{F4DC4BC9-3993-44B4-A218-45EB80965B4E}" srcOrd="0" destOrd="0" presId="urn:microsoft.com/office/officeart/2005/8/layout/arrow2"/>
    <dgm:cxn modelId="{BE04B17A-0FBF-484B-AB3E-FC24EAECDAFD}" srcId="{F4FB5CB6-EBA4-4AF1-A964-208491D6806E}" destId="{4453F969-DB7C-42A1-A9B7-5CDDBEE80790}" srcOrd="0" destOrd="0" parTransId="{C9651CC2-EF3B-4ADC-B10E-B7638A92425D}" sibTransId="{5F96572A-1699-4C2B-A560-8AAADF283337}"/>
    <dgm:cxn modelId="{79EFFB7A-9FC8-4393-8F49-DB418EB433CB}" type="presOf" srcId="{95C16B97-3FDF-4D78-BBB9-9392F9429434}" destId="{3DE64514-EDE5-401D-8BF4-FB43E21FF4E0}" srcOrd="0" destOrd="0" presId="urn:microsoft.com/office/officeart/2005/8/layout/arrow2"/>
    <dgm:cxn modelId="{822CAEB0-EB59-48B9-A8ED-E30246F688C8}" type="presOf" srcId="{F4FB5CB6-EBA4-4AF1-A964-208491D6806E}" destId="{6C480503-7833-48B0-8DEE-C46E6579CC2A}" srcOrd="0" destOrd="0" presId="urn:microsoft.com/office/officeart/2005/8/layout/arrow2"/>
    <dgm:cxn modelId="{4F4B18C4-FDAD-4835-A1FB-BC9E801827F6}" type="presOf" srcId="{B8654CC6-31F7-4237-8325-A8A19EF32201}" destId="{BC94C53E-B99E-489C-8C74-82E91EFF3C14}" srcOrd="0" destOrd="0" presId="urn:microsoft.com/office/officeart/2005/8/layout/arrow2"/>
    <dgm:cxn modelId="{B348141B-3429-4F1C-A206-A06829F07884}" type="presParOf" srcId="{6C480503-7833-48B0-8DEE-C46E6579CC2A}" destId="{EA865C5B-9432-468E-BBB8-18C45EB854B4}" srcOrd="0" destOrd="0" presId="urn:microsoft.com/office/officeart/2005/8/layout/arrow2"/>
    <dgm:cxn modelId="{2FEB21D7-CD0C-4371-8778-45463DE22D9C}" type="presParOf" srcId="{6C480503-7833-48B0-8DEE-C46E6579CC2A}" destId="{06F70A69-E1F3-4B6D-A823-802909EFCECD}" srcOrd="1" destOrd="0" presId="urn:microsoft.com/office/officeart/2005/8/layout/arrow2"/>
    <dgm:cxn modelId="{7C00515F-675C-4652-96B1-C2418EC5C77D}" type="presParOf" srcId="{06F70A69-E1F3-4B6D-A823-802909EFCECD}" destId="{AA7CDE4C-EDF5-4E42-88E3-4F00C32F34B2}" srcOrd="0" destOrd="0" presId="urn:microsoft.com/office/officeart/2005/8/layout/arrow2"/>
    <dgm:cxn modelId="{FF210C30-A950-49D2-8202-E4E9C2B52514}" type="presParOf" srcId="{06F70A69-E1F3-4B6D-A823-802909EFCECD}" destId="{F4DC4BC9-3993-44B4-A218-45EB80965B4E}" srcOrd="1" destOrd="0" presId="urn:microsoft.com/office/officeart/2005/8/layout/arrow2"/>
    <dgm:cxn modelId="{4C28BCC3-864C-4B34-971D-FB16746B6659}" type="presParOf" srcId="{06F70A69-E1F3-4B6D-A823-802909EFCECD}" destId="{2D0ED859-4626-4542-B178-7F2BF790D6C5}" srcOrd="2" destOrd="0" presId="urn:microsoft.com/office/officeart/2005/8/layout/arrow2"/>
    <dgm:cxn modelId="{80924CD1-B415-4B18-8CD8-83080AFFEFCF}" type="presParOf" srcId="{06F70A69-E1F3-4B6D-A823-802909EFCECD}" destId="{BC94C53E-B99E-489C-8C74-82E91EFF3C14}" srcOrd="3" destOrd="0" presId="urn:microsoft.com/office/officeart/2005/8/layout/arrow2"/>
    <dgm:cxn modelId="{CCDF623D-50D6-49FA-A45F-39C45D8BF655}" type="presParOf" srcId="{06F70A69-E1F3-4B6D-A823-802909EFCECD}" destId="{06F1FD10-71FE-4E66-A978-71CC4303AC27}" srcOrd="4" destOrd="0" presId="urn:microsoft.com/office/officeart/2005/8/layout/arrow2"/>
    <dgm:cxn modelId="{38590C7A-B11C-4B88-B0B9-FCE12220F7AB}" type="presParOf" srcId="{06F70A69-E1F3-4B6D-A823-802909EFCECD}" destId="{3DE64514-EDE5-401D-8BF4-FB43E21FF4E0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5FA47-7B0C-4CDF-8CA9-BF907DEF78FD}">
      <dsp:nvSpPr>
        <dsp:cNvPr id="0" name=""/>
        <dsp:cNvSpPr/>
      </dsp:nvSpPr>
      <dsp:spPr>
        <a:xfrm>
          <a:off x="1969835" y="434"/>
          <a:ext cx="1035611" cy="88792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Prepare</a:t>
          </a:r>
        </a:p>
      </dsp:txBody>
      <dsp:txXfrm>
        <a:off x="2121497" y="130467"/>
        <a:ext cx="732287" cy="627856"/>
      </dsp:txXfrm>
    </dsp:sp>
    <dsp:sp modelId="{BEA5F634-EF32-45E1-B7B5-668F5BAF88A2}">
      <dsp:nvSpPr>
        <dsp:cNvPr id="0" name=""/>
        <dsp:cNvSpPr/>
      </dsp:nvSpPr>
      <dsp:spPr>
        <a:xfrm rot="2160000">
          <a:off x="2928311" y="683689"/>
          <a:ext cx="189845" cy="2996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b="1" kern="1200">
            <a:solidFill>
              <a:schemeClr val="bg1"/>
            </a:solidFill>
          </a:endParaRPr>
        </a:p>
      </dsp:txBody>
      <dsp:txXfrm>
        <a:off x="2933750" y="726886"/>
        <a:ext cx="132892" cy="179803"/>
      </dsp:txXfrm>
    </dsp:sp>
    <dsp:sp modelId="{DB55DD81-05F5-4974-9AE1-7CE87221E798}">
      <dsp:nvSpPr>
        <dsp:cNvPr id="0" name=""/>
        <dsp:cNvSpPr/>
      </dsp:nvSpPr>
      <dsp:spPr>
        <a:xfrm>
          <a:off x="3049715" y="785012"/>
          <a:ext cx="1035611" cy="887922"/>
        </a:xfrm>
        <a:prstGeom prst="ellipse">
          <a:avLst/>
        </a:prstGeom>
        <a:solidFill>
          <a:schemeClr val="accent3">
            <a:hueOff val="-4581898"/>
            <a:satOff val="0"/>
            <a:lumOff val="-47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Model</a:t>
          </a:r>
        </a:p>
      </dsp:txBody>
      <dsp:txXfrm>
        <a:off x="3201377" y="915045"/>
        <a:ext cx="732287" cy="627856"/>
      </dsp:txXfrm>
    </dsp:sp>
    <dsp:sp modelId="{B1E1ACD3-6EA3-4063-80C9-DF89B2BB530E}">
      <dsp:nvSpPr>
        <dsp:cNvPr id="0" name=""/>
        <dsp:cNvSpPr/>
      </dsp:nvSpPr>
      <dsp:spPr>
        <a:xfrm rot="6480000">
          <a:off x="3247910" y="1707661"/>
          <a:ext cx="230779" cy="2996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4581898"/>
            <a:satOff val="0"/>
            <a:lumOff val="-475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b="1" kern="1200">
            <a:solidFill>
              <a:schemeClr val="bg1"/>
            </a:solidFill>
          </a:endParaRPr>
        </a:p>
      </dsp:txBody>
      <dsp:txXfrm rot="10800000">
        <a:off x="3293224" y="1734673"/>
        <a:ext cx="161545" cy="179803"/>
      </dsp:txXfrm>
    </dsp:sp>
    <dsp:sp modelId="{5C353729-11E0-4381-ADFB-B7C642AB34E5}">
      <dsp:nvSpPr>
        <dsp:cNvPr id="0" name=""/>
        <dsp:cNvSpPr/>
      </dsp:nvSpPr>
      <dsp:spPr>
        <a:xfrm>
          <a:off x="2637237" y="2054486"/>
          <a:ext cx="1035611" cy="887922"/>
        </a:xfrm>
        <a:prstGeom prst="ellipse">
          <a:avLst/>
        </a:prstGeom>
        <a:solidFill>
          <a:schemeClr val="accent3">
            <a:hueOff val="-9163796"/>
            <a:satOff val="0"/>
            <a:lumOff val="-95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Visualize</a:t>
          </a:r>
        </a:p>
      </dsp:txBody>
      <dsp:txXfrm>
        <a:off x="2788899" y="2184519"/>
        <a:ext cx="732287" cy="627856"/>
      </dsp:txXfrm>
    </dsp:sp>
    <dsp:sp modelId="{D5C2AB2F-7F49-4E35-9F81-4F0745EC9C50}">
      <dsp:nvSpPr>
        <dsp:cNvPr id="0" name=""/>
        <dsp:cNvSpPr/>
      </dsp:nvSpPr>
      <dsp:spPr>
        <a:xfrm rot="10800000">
          <a:off x="2412843" y="2348610"/>
          <a:ext cx="158572" cy="2996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9163796"/>
            <a:satOff val="0"/>
            <a:lumOff val="-95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b="1" kern="1200">
            <a:solidFill>
              <a:schemeClr val="bg1"/>
            </a:solidFill>
          </a:endParaRPr>
        </a:p>
      </dsp:txBody>
      <dsp:txXfrm rot="10800000">
        <a:off x="2460415" y="2408545"/>
        <a:ext cx="111000" cy="179803"/>
      </dsp:txXfrm>
    </dsp:sp>
    <dsp:sp modelId="{AFFFF243-A2A0-4417-8B14-5F75DD2AC77F}">
      <dsp:nvSpPr>
        <dsp:cNvPr id="0" name=""/>
        <dsp:cNvSpPr/>
      </dsp:nvSpPr>
      <dsp:spPr>
        <a:xfrm>
          <a:off x="1302434" y="2054486"/>
          <a:ext cx="1035611" cy="887922"/>
        </a:xfrm>
        <a:prstGeom prst="ellipse">
          <a:avLst/>
        </a:prstGeom>
        <a:solidFill>
          <a:schemeClr val="accent3">
            <a:hueOff val="-13745695"/>
            <a:satOff val="0"/>
            <a:lumOff val="-142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Analyze</a:t>
          </a:r>
        </a:p>
      </dsp:txBody>
      <dsp:txXfrm>
        <a:off x="1454096" y="2184519"/>
        <a:ext cx="732287" cy="627856"/>
      </dsp:txXfrm>
    </dsp:sp>
    <dsp:sp modelId="{C5AE1C9D-722A-43BE-8CC8-B5AE73CCB3BE}">
      <dsp:nvSpPr>
        <dsp:cNvPr id="0" name=""/>
        <dsp:cNvSpPr/>
      </dsp:nvSpPr>
      <dsp:spPr>
        <a:xfrm rot="15120000">
          <a:off x="1500629" y="1720085"/>
          <a:ext cx="230779" cy="2996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3745695"/>
            <a:satOff val="0"/>
            <a:lumOff val="-1426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b="1" kern="1200">
            <a:solidFill>
              <a:schemeClr val="bg1"/>
            </a:solidFill>
          </a:endParaRPr>
        </a:p>
      </dsp:txBody>
      <dsp:txXfrm rot="10800000">
        <a:off x="1545943" y="1812943"/>
        <a:ext cx="161545" cy="179803"/>
      </dsp:txXfrm>
    </dsp:sp>
    <dsp:sp modelId="{DEDBA954-66BD-488A-8493-643BFEFDF428}">
      <dsp:nvSpPr>
        <dsp:cNvPr id="0" name=""/>
        <dsp:cNvSpPr/>
      </dsp:nvSpPr>
      <dsp:spPr>
        <a:xfrm>
          <a:off x="889956" y="785012"/>
          <a:ext cx="1035611" cy="887922"/>
        </a:xfrm>
        <a:prstGeom prst="ellipse">
          <a:avLst/>
        </a:prstGeom>
        <a:solidFill>
          <a:schemeClr val="accent3">
            <a:hueOff val="-18327592"/>
            <a:satOff val="0"/>
            <a:lumOff val="-190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Manage</a:t>
          </a:r>
        </a:p>
      </dsp:txBody>
      <dsp:txXfrm>
        <a:off x="1041618" y="915045"/>
        <a:ext cx="732287" cy="627856"/>
      </dsp:txXfrm>
    </dsp:sp>
    <dsp:sp modelId="{EA4C88B1-DA36-4455-A223-63557ED22F22}">
      <dsp:nvSpPr>
        <dsp:cNvPr id="0" name=""/>
        <dsp:cNvSpPr/>
      </dsp:nvSpPr>
      <dsp:spPr>
        <a:xfrm rot="19440000">
          <a:off x="1848432" y="690005"/>
          <a:ext cx="189845" cy="2996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8327592"/>
            <a:satOff val="0"/>
            <a:lumOff val="-1901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b="1" kern="1200">
            <a:solidFill>
              <a:schemeClr val="bg1"/>
            </a:solidFill>
          </a:endParaRPr>
        </a:p>
      </dsp:txBody>
      <dsp:txXfrm>
        <a:off x="1853871" y="766678"/>
        <a:ext cx="132892" cy="179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865C5B-9432-468E-BBB8-18C45EB854B4}">
      <dsp:nvSpPr>
        <dsp:cNvPr id="0" name=""/>
        <dsp:cNvSpPr/>
      </dsp:nvSpPr>
      <dsp:spPr>
        <a:xfrm>
          <a:off x="866266" y="0"/>
          <a:ext cx="4293336" cy="2683334"/>
        </a:xfrm>
        <a:prstGeom prst="swooshArrow">
          <a:avLst>
            <a:gd name="adj1" fmla="val 25000"/>
            <a:gd name="adj2" fmla="val 25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7CDE4C-EDF5-4E42-88E3-4F00C32F34B2}">
      <dsp:nvSpPr>
        <dsp:cNvPr id="0" name=""/>
        <dsp:cNvSpPr/>
      </dsp:nvSpPr>
      <dsp:spPr>
        <a:xfrm>
          <a:off x="1411520" y="1852037"/>
          <a:ext cx="111626" cy="11162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C4BC9-3993-44B4-A218-45EB80965B4E}">
      <dsp:nvSpPr>
        <dsp:cNvPr id="0" name=""/>
        <dsp:cNvSpPr/>
      </dsp:nvSpPr>
      <dsp:spPr>
        <a:xfrm>
          <a:off x="1467333" y="1907851"/>
          <a:ext cx="1000347" cy="775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149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Free</a:t>
          </a:r>
        </a:p>
      </dsp:txBody>
      <dsp:txXfrm>
        <a:off x="1467333" y="1907851"/>
        <a:ext cx="1000347" cy="775483"/>
      </dsp:txXfrm>
    </dsp:sp>
    <dsp:sp modelId="{2D0ED859-4626-4542-B178-7F2BF790D6C5}">
      <dsp:nvSpPr>
        <dsp:cNvPr id="0" name=""/>
        <dsp:cNvSpPr/>
      </dsp:nvSpPr>
      <dsp:spPr>
        <a:xfrm>
          <a:off x="2396840" y="1122707"/>
          <a:ext cx="201786" cy="201786"/>
        </a:xfrm>
        <a:prstGeom prst="ellipse">
          <a:avLst/>
        </a:prstGeom>
        <a:solidFill>
          <a:schemeClr val="accent3">
            <a:hueOff val="-9163796"/>
            <a:satOff val="0"/>
            <a:lumOff val="-95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4C53E-B99E-489C-8C74-82E91EFF3C14}">
      <dsp:nvSpPr>
        <dsp:cNvPr id="0" name=""/>
        <dsp:cNvSpPr/>
      </dsp:nvSpPr>
      <dsp:spPr>
        <a:xfrm>
          <a:off x="2497734" y="1223600"/>
          <a:ext cx="1030400" cy="1459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923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</a:t>
          </a:r>
        </a:p>
      </dsp:txBody>
      <dsp:txXfrm>
        <a:off x="2497734" y="1223600"/>
        <a:ext cx="1030400" cy="1459734"/>
      </dsp:txXfrm>
    </dsp:sp>
    <dsp:sp modelId="{06F1FD10-71FE-4E66-A978-71CC4303AC27}">
      <dsp:nvSpPr>
        <dsp:cNvPr id="0" name=""/>
        <dsp:cNvSpPr/>
      </dsp:nvSpPr>
      <dsp:spPr>
        <a:xfrm>
          <a:off x="3581801" y="678883"/>
          <a:ext cx="279066" cy="279066"/>
        </a:xfrm>
        <a:prstGeom prst="ellipse">
          <a:avLst/>
        </a:prstGeom>
        <a:solidFill>
          <a:schemeClr val="accent3">
            <a:hueOff val="-18327592"/>
            <a:satOff val="0"/>
            <a:lumOff val="-190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64514-EDE5-401D-8BF4-FB43E21FF4E0}">
      <dsp:nvSpPr>
        <dsp:cNvPr id="0" name=""/>
        <dsp:cNvSpPr/>
      </dsp:nvSpPr>
      <dsp:spPr>
        <a:xfrm>
          <a:off x="3721334" y="818417"/>
          <a:ext cx="1030400" cy="1864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872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Premium</a:t>
          </a:r>
        </a:p>
      </dsp:txBody>
      <dsp:txXfrm>
        <a:off x="3721334" y="818417"/>
        <a:ext cx="1030400" cy="18649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hyperlink" Target="https://github.com/yasenstar/PowerBI_Tutorial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PowerBI_Tutori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PowerBI_Tutori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PowerBI_Tutori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PowerBI_Tutori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hyperlink" Target="https://github.com/yasenstar/PowerBI_Tutorial" TargetMode="External"/><Relationship Id="rId7" Type="http://schemas.openxmlformats.org/officeDocument/2006/relationships/diagramLayout" Target="../diagrams/layou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diagramData" Target="../diagrams/data1.xml"/><Relationship Id="rId5" Type="http://schemas.openxmlformats.org/officeDocument/2006/relationships/image" Target="../media/image15.png"/><Relationship Id="rId10" Type="http://schemas.microsoft.com/office/2007/relationships/diagramDrawing" Target="../diagrams/drawing1.xml"/><Relationship Id="rId4" Type="http://schemas.openxmlformats.org/officeDocument/2006/relationships/image" Target="../media/image7.png"/><Relationship Id="rId9" Type="http://schemas.openxmlformats.org/officeDocument/2006/relationships/diagramColors" Target="../diagrams/colors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PowerBI_Tutori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PowerBI_Tutori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PowerBI_Tutori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hyperlink" Target="https://github.com/yasenstar/PowerBI_Tutorial" TargetMode="External"/><Relationship Id="rId7" Type="http://schemas.openxmlformats.org/officeDocument/2006/relationships/diagramData" Target="../diagrams/data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11" Type="http://schemas.microsoft.com/office/2007/relationships/diagramDrawing" Target="../diagrams/drawing2.xml"/><Relationship Id="rId5" Type="http://schemas.openxmlformats.org/officeDocument/2006/relationships/image" Target="../media/image22.png"/><Relationship Id="rId10" Type="http://schemas.openxmlformats.org/officeDocument/2006/relationships/diagramColors" Target="../diagrams/colors2.xml"/><Relationship Id="rId4" Type="http://schemas.openxmlformats.org/officeDocument/2006/relationships/image" Target="../media/image7.png"/><Relationship Id="rId9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github.com/yasenstar/PowerBI_Tutorial" TargetMode="External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PowerBI_Tutori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PowerBI_Tutori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enstar/PowerBI_Tutori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ADC82F-D911-CBE6-4354-4C4F50E18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414337"/>
            <a:ext cx="9315450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F6DAAA-FCE0-654C-5217-9F110F5FA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385762"/>
            <a:ext cx="934402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8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70F40-3164-DAF4-0B0E-3EDE48495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030" y="479204"/>
            <a:ext cx="6335940" cy="608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75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7163987-0866-FC21-AC97-B97A7DFF892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8310" y="852861"/>
            <a:ext cx="6937883" cy="56025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8733A4-47D3-DBFD-C44B-27DD1982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7" y="323765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9E6F6-6E82-E347-FB35-362C956AAF85}"/>
              </a:ext>
            </a:extLst>
          </p:cNvPr>
          <p:cNvSpPr txBox="1"/>
          <p:nvPr/>
        </p:nvSpPr>
        <p:spPr>
          <a:xfrm>
            <a:off x="9737656" y="212563"/>
            <a:ext cx="2089033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C8FB3B-F6EC-73EC-1F2A-D9CBFA207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561B3A-8402-1759-F640-AF478F240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469" y="3804349"/>
            <a:ext cx="6937883" cy="21863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18C3D4-9A38-0E93-BDC4-25F2D64A16FE}"/>
              </a:ext>
            </a:extLst>
          </p:cNvPr>
          <p:cNvSpPr txBox="1"/>
          <p:nvPr/>
        </p:nvSpPr>
        <p:spPr>
          <a:xfrm>
            <a:off x="7911091" y="1726011"/>
            <a:ext cx="3951723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Opening</a:t>
            </a:r>
          </a:p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&amp;</a:t>
            </a:r>
          </a:p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Welcome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20B5F-DF2B-C741-4C5C-111A62BDC4E4}"/>
              </a:ext>
            </a:extLst>
          </p:cNvPr>
          <p:cNvSpPr txBox="1"/>
          <p:nvPr/>
        </p:nvSpPr>
        <p:spPr>
          <a:xfrm>
            <a:off x="2448951" y="6488487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Repository: </a:t>
            </a:r>
            <a:r>
              <a:rPr lang="en-US" b="1">
                <a:hlinkClick r:id="rId5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760364-54A8-5426-5103-040DED658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45" y="1982722"/>
            <a:ext cx="2474437" cy="30959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06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33A4-47D3-DBFD-C44B-27DD1982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7" y="323765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CD235-BE86-A03B-9C1C-C4E733A545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1068" y="2595506"/>
            <a:ext cx="3926922" cy="3017520"/>
          </a:xfrm>
        </p:spPr>
        <p:txBody>
          <a:bodyPr>
            <a:normAutofit/>
          </a:bodyPr>
          <a:lstStyle/>
          <a:p>
            <a:r>
              <a:rPr lang="en-US" sz="3600" dirty="0"/>
              <a:t>Part 0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9E6F6-6E82-E347-FB35-362C956AAF85}"/>
              </a:ext>
            </a:extLst>
          </p:cNvPr>
          <p:cNvSpPr txBox="1"/>
          <p:nvPr/>
        </p:nvSpPr>
        <p:spPr>
          <a:xfrm>
            <a:off x="9737656" y="212563"/>
            <a:ext cx="2089033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001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C8FB3B-F6EC-73EC-1F2A-D9CBFA20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020B5F-DF2B-C741-4C5C-111A62BDC4E4}"/>
              </a:ext>
            </a:extLst>
          </p:cNvPr>
          <p:cNvSpPr txBox="1"/>
          <p:nvPr/>
        </p:nvSpPr>
        <p:spPr>
          <a:xfrm>
            <a:off x="2448951" y="6488487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Repository: </a:t>
            </a:r>
            <a:r>
              <a:rPr lang="en-US" b="1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61A236-B453-6629-068D-F2464F98033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5F5DC"/>
              </a:clrFrom>
              <a:clrTo>
                <a:srgbClr val="F5F5D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9826" y="875461"/>
            <a:ext cx="8842538" cy="56130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760364-54A8-5426-5103-040DED658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064" y="2073576"/>
            <a:ext cx="2474437" cy="30959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4418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7CF44-B427-7833-B551-2D6F82E7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D6E7-B6EA-6F3D-B116-DBCDCE8F2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4918D-3377-AD41-5BAC-7F4E1B00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9" y="915490"/>
            <a:ext cx="8033702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dirty="0"/>
              <a:t>Part 1. Put Your BI Thinking Caps On</a:t>
            </a:r>
          </a:p>
          <a:p>
            <a:pPr algn="l"/>
            <a:r>
              <a:rPr lang="en-US" altLang="zh-CN" sz="3600" dirty="0"/>
              <a:t>Chapter 01: Data Analytics Terms (1)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4E7043-16D7-B6A9-593F-FB52B84B693E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002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45852-B18F-5191-80C7-BD285ED03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685EAB-B4B0-B90A-9EB3-04FC6728C797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E43224-3CCB-6E34-A2D7-0474D9EB4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796D11-92FE-A898-1E41-DD144B8E6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121" y="1780865"/>
            <a:ext cx="7210292" cy="4114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4A61AC-3AC3-9B00-81D3-5F00BBD5D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897" y="3532472"/>
            <a:ext cx="5223281" cy="29520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85272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57797-79B6-D16C-F254-C3005553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5B2C3-8BA4-7B7E-2083-8ACA1AFE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C253B-DCEC-4DD0-A59C-74F92A5311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9" y="915490"/>
            <a:ext cx="8033702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dirty="0"/>
              <a:t>Part 1. Put Your BI Thinking Caps On</a:t>
            </a:r>
          </a:p>
          <a:p>
            <a:pPr algn="l"/>
            <a:r>
              <a:rPr lang="en-US" altLang="zh-CN" sz="3600" dirty="0"/>
              <a:t>Chapter 01: Data Analytics Terms (2)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576D9-7105-2A82-F412-4B7F3788670C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003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2BE13B-7012-430F-0B23-58DC373F1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09EBB9-813F-833D-3841-71FE7DF5E29E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86886E-29F1-EA44-260E-3F5BD4508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569937-F6DC-4D58-A317-3FFCAE08A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265" y="1549405"/>
            <a:ext cx="8241135" cy="47202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050" name="Picture 2" descr="What is Power BI | Introduction to Power BI | Power BI Tutorial | Edureka">
            <a:extLst>
              <a:ext uri="{FF2B5EF4-FFF2-40B4-BE49-F238E27FC236}">
                <a16:creationId xmlns:a16="http://schemas.microsoft.com/office/drawing/2014/main" id="{E019B0A7-31DC-CE42-4459-58CA8D1CA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175" y="3570489"/>
            <a:ext cx="5103064" cy="295544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47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FA103-A7D1-6F55-7D2A-8A217278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1F40-8317-12F2-8937-CB7F42516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05F7E-1FFB-77E3-B4D5-1BE827902E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9" y="915490"/>
            <a:ext cx="8033702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dirty="0"/>
              <a:t>Part 1. Put Your BI Thinking Caps On</a:t>
            </a:r>
          </a:p>
          <a:p>
            <a:pPr algn="l"/>
            <a:r>
              <a:rPr lang="en-US" altLang="zh-CN" sz="3600" dirty="0"/>
              <a:t>Chapter 02: </a:t>
            </a:r>
            <a:r>
              <a:rPr lang="en-US" altLang="zh-CN" sz="3600" dirty="0">
                <a:highlight>
                  <a:srgbClr val="C0C0C0"/>
                </a:highlight>
              </a:rPr>
              <a:t>Who</a:t>
            </a:r>
            <a:r>
              <a:rPr lang="en-US" altLang="zh-CN" sz="3600" dirty="0"/>
              <a:t>, How, What (1)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A57AB-136B-9547-F553-5FA486DE712D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004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5266CE-384B-5A78-7936-665C1B4BD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4EA724-A0D8-E17F-C8CD-201C9E98EE70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41B033-E107-AEA4-4319-E63535C53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F9CA7B-42DB-6FF0-3A97-6C6347FE5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068" y="1487212"/>
            <a:ext cx="8646449" cy="48843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2BDD9C-B18F-C9D6-9E5B-83F014C902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768" y="4215819"/>
            <a:ext cx="1599462" cy="14661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77782E-761B-00F8-6B6F-7ADBA019C0EF}"/>
              </a:ext>
            </a:extLst>
          </p:cNvPr>
          <p:cNvSpPr txBox="1"/>
          <p:nvPr/>
        </p:nvSpPr>
        <p:spPr>
          <a:xfrm>
            <a:off x="7706727" y="4447458"/>
            <a:ext cx="1780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</a:rPr>
              <a:t>DATA RELATED ROLE</a:t>
            </a:r>
            <a:endParaRPr lang="en-US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54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5A348-0092-2C16-BC22-177351402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3DCED-872B-03B9-6944-86230EAA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7BA64-24FD-FA13-5DCA-9CFB1489E5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9" y="915490"/>
            <a:ext cx="8033702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dirty="0"/>
              <a:t>Part 1. Put Your BI Thinking Caps On</a:t>
            </a:r>
          </a:p>
          <a:p>
            <a:pPr algn="l"/>
            <a:r>
              <a:rPr lang="en-US" altLang="zh-CN" sz="3600" dirty="0"/>
              <a:t>Chapter 02: Who, </a:t>
            </a:r>
            <a:r>
              <a:rPr lang="en-US" altLang="zh-CN" sz="3600" dirty="0">
                <a:highlight>
                  <a:srgbClr val="C0C0C0"/>
                </a:highlight>
              </a:rPr>
              <a:t>How</a:t>
            </a:r>
            <a:r>
              <a:rPr lang="en-US" altLang="zh-CN" sz="3600" dirty="0"/>
              <a:t>, What (2)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56DB2-E386-479B-5BA1-21A94BF76543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005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44CDCA-1A7C-7A4C-E8AC-0C64FA8D8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6DB1A9-C3A9-A240-B331-D899475B8E5C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49F22E-224F-8551-8A1B-838B69AA5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B6DDB9-A5FF-F591-6F81-B5D273CDC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071" y="1554789"/>
            <a:ext cx="8508747" cy="48473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476974-B50F-CE54-8409-096AFA9D51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6375859"/>
              </p:ext>
            </p:extLst>
          </p:nvPr>
        </p:nvGraphicFramePr>
        <p:xfrm>
          <a:off x="5891639" y="3775246"/>
          <a:ext cx="4975283" cy="2942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645386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85BE5-C6E1-80E1-1840-7651AFCEA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C8BC-37E5-C2DA-5FEE-CE8CE023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D3B90-20D5-FD55-DF02-FA591F6BC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9" y="915490"/>
            <a:ext cx="8033702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dirty="0"/>
              <a:t>Part 1. Put Your BI Thinking Caps On</a:t>
            </a:r>
          </a:p>
          <a:p>
            <a:pPr algn="l"/>
            <a:r>
              <a:rPr lang="en-US" altLang="zh-CN" sz="3600" dirty="0"/>
              <a:t>Chapter 02: Who, How, </a:t>
            </a:r>
            <a:r>
              <a:rPr lang="en-US" altLang="zh-CN" sz="3600" dirty="0">
                <a:highlight>
                  <a:srgbClr val="C0C0C0"/>
                </a:highlight>
              </a:rPr>
              <a:t>What</a:t>
            </a:r>
            <a:r>
              <a:rPr lang="en-US" altLang="zh-CN" sz="3600" dirty="0"/>
              <a:t> (3)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285CC-0C2B-2E38-DA0C-15A255656866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006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4114AB-622A-E02D-B241-D7122E603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86CA5C-C6A1-2E30-3AF9-2227AC3FFB18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479CFC-CD7F-F961-BE9D-CEBF78CD5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4F1174-C58F-B5C2-6405-78E3EBB1A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339" y="1464130"/>
            <a:ext cx="8674434" cy="49165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DDF6DC-6F83-6B23-EAEA-801EFFD247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0198" y="4008925"/>
            <a:ext cx="4354896" cy="24496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6993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5B29-956F-C6A3-2D75-E204E753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6B1E-4BB4-C889-B3F4-3654F2375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C1875-E7B0-6173-2849-D060CE4E66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9" y="915490"/>
            <a:ext cx="8033702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dirty="0"/>
              <a:t>Part 1. Put Your BI Thinking Caps On</a:t>
            </a:r>
          </a:p>
          <a:p>
            <a:pPr algn="l"/>
            <a:r>
              <a:rPr lang="en-US" altLang="zh-CN" sz="3600" dirty="0"/>
              <a:t>Chapter 03: Choices of Power BI – (1)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D2D57-78CE-E41D-8670-AFEA6C983838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007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0691CF-E421-E2A7-5CE4-1E120DAD9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0A1AE3-54FA-88CB-D395-4032622246AE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2A8EF4-197A-9125-9026-74C24B81F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B3AC2B-CCE4-79AA-4260-6107B27F3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738" y="1346012"/>
            <a:ext cx="7915991" cy="505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A4E665-4CC8-AD27-1E62-92BAB7BD0E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367" y="4247059"/>
            <a:ext cx="4343382" cy="20809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22043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E7C6-F73C-CCC3-71F0-C98AC02BF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F33F-60EF-327A-620B-DEB51E6AF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550DA-F468-B7C6-0B9F-FF6D027474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8" y="915490"/>
            <a:ext cx="9314437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dirty="0"/>
              <a:t>Part 1. Put Your BI Thinking Caps On</a:t>
            </a:r>
          </a:p>
          <a:p>
            <a:pPr algn="l"/>
            <a:r>
              <a:rPr lang="en-US" altLang="zh-CN" sz="3600" dirty="0"/>
              <a:t>Chapter 03: Choices of Power BI – (2)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55352-E4CF-1FB9-DB2A-1FE755314D73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008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388808-FB87-2335-8CF4-A1CC9B7AF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8DF251-9F56-FD6A-1C82-766E6BE0447C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7B186B-F8F6-577C-9CE9-45D1AF461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0DDC73-FEED-0B3A-D7AD-579C81C8F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998" y="1536268"/>
            <a:ext cx="8288561" cy="48844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5F5F15-3701-75E0-01B0-883C32531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665" y="4271893"/>
            <a:ext cx="2318582" cy="20383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BD86BB-ED2C-B63B-9D35-BD489C1F4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208" y="4665057"/>
            <a:ext cx="826143" cy="8226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20253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D68C3-0684-B933-7F34-F5AE70E27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1BD1-1254-8B1F-B20B-7AC666A41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1BA8D-E3CA-EC81-7D15-92108AC104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8" y="915490"/>
            <a:ext cx="9314437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dirty="0"/>
              <a:t>Part 1. Put Your BI Thinking Caps On</a:t>
            </a:r>
          </a:p>
          <a:p>
            <a:pPr algn="l"/>
            <a:r>
              <a:rPr lang="en-US" altLang="zh-CN" sz="3600" dirty="0"/>
              <a:t>Chapter 03: Choices of Power BI – (3)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48AC2-18D9-F461-6EF4-22D2ED51F3D3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009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41194B-DDED-0D0B-D2B5-22AF9AC04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F793B9-1A23-E188-4063-11D385DBA087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E2AAC1-9536-0C8F-8983-DA4D05B4D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BCE0B2-0FAD-2801-D44F-883604DF9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1881" y="1511627"/>
            <a:ext cx="7512484" cy="48846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E4D4A5-DCE6-BD4D-00A3-018FC184D1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8764" y="4266719"/>
            <a:ext cx="1574853" cy="14033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3E826128-41BA-05EB-9F1A-B5CFD46302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7253323"/>
              </p:ext>
            </p:extLst>
          </p:nvPr>
        </p:nvGraphicFramePr>
        <p:xfrm>
          <a:off x="6096000" y="3867167"/>
          <a:ext cx="6025869" cy="2683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11493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469B0-FC4B-C84C-6408-1EE639727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4895-92E8-F404-D915-2DCAFC97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D229-A35A-C5BB-89D2-EE242F25CD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8" y="915490"/>
            <a:ext cx="9314437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dirty="0"/>
              <a:t>Part 1. Put Your BI Thinking Caps On</a:t>
            </a:r>
          </a:p>
          <a:p>
            <a:pPr algn="l"/>
            <a:r>
              <a:rPr lang="en-US" altLang="zh-CN" sz="3600" dirty="0"/>
              <a:t>Chapter 03: Choices of Power BI – (4)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1FA7C-A486-0B42-955E-5ED422276478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A8C366-5EED-9283-A294-23D399F25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CB144C-8564-3549-3A49-8C99C53B6E69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043E59-7B29-23CD-E49C-52DBB1479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729083-A23E-5B36-B32E-680A56BA6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002" y="1487212"/>
            <a:ext cx="7314917" cy="46793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D9FD30-E67A-6223-8018-4F72A60A83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393" y="4418666"/>
            <a:ext cx="1308607" cy="11041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0AD9ED-765A-7006-D416-FC28509DD8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655" y="4418666"/>
            <a:ext cx="1442737" cy="11041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DDFC14-30C8-3537-FDBD-20B3C47BF6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6047" y="4418667"/>
            <a:ext cx="1267710" cy="11041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07500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E6ED7-DBE6-56FC-0C3B-92BC7BCA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74AB7-F738-E937-62E9-99AD03D9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8EB3B-FE44-9040-D1C9-06AE6948B6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8" y="915490"/>
            <a:ext cx="9314437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dirty="0"/>
              <a:t>Part 1. Put Your BI Thinking Caps On</a:t>
            </a:r>
          </a:p>
          <a:p>
            <a:pPr algn="l"/>
            <a:r>
              <a:rPr lang="en-US" altLang="zh-CN" sz="3600" dirty="0"/>
              <a:t>Chapter 04: Power BI Highlights – (1)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CF089-4D12-0A4B-A356-FF88170BF9A2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011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22F7A-000B-171A-A768-A31404ACF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FD2210-7278-7B11-D310-6A5EA8BC28ED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8EB9F9-D13C-1E81-2185-B8553C9D2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28D18B-B94A-D889-9BCD-760C3FB13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925" y="1521298"/>
            <a:ext cx="8421300" cy="48188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C1A043-48E5-5150-C566-5AA03E5D1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243" y="4073233"/>
            <a:ext cx="2029108" cy="21148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63488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BE10-B0F2-F679-ECA9-A7C672A1B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8D39-3B8B-1D49-3208-0D8251A30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060FB-58B1-49B8-7152-03D1C0DC3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8" y="915490"/>
            <a:ext cx="9314437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dirty="0"/>
              <a:t>Part 1. Put Your BI Thinking Caps On</a:t>
            </a:r>
          </a:p>
          <a:p>
            <a:pPr algn="l"/>
            <a:r>
              <a:rPr lang="en-US" altLang="zh-CN" sz="3600" dirty="0"/>
              <a:t>Chapter 04: Power BI Highlights – (1)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53DF39-8F94-B129-3194-4BADF7D42245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012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C19FA0-1CC5-7B57-FBE4-615C3C9D5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3F9FED-FF10-1846-90DA-82325091A10B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3F905E-11A8-3B88-89A1-7DD5B85A0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52B2F5-CAAC-7F24-F66E-150A65E03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138" y="1487212"/>
            <a:ext cx="8796509" cy="49510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C8048F-D94B-3BED-81DA-22D85FADE0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950" y="4064515"/>
            <a:ext cx="2177816" cy="21778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32240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1C00-7B80-9832-409B-0F74DECD1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9A1D-9059-C5F3-5836-F501EB6E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826" y="131063"/>
            <a:ext cx="6772881" cy="793260"/>
          </a:xfrm>
        </p:spPr>
        <p:txBody>
          <a:bodyPr anchor="ctr"/>
          <a:lstStyle/>
          <a:p>
            <a:pPr algn="l"/>
            <a:r>
              <a:rPr lang="en-US" dirty="0"/>
              <a:t>Power BI Tutorial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91069-3306-D151-3413-2824BC1FD1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9148" y="915490"/>
            <a:ext cx="9314437" cy="1097280"/>
          </a:xfrm>
        </p:spPr>
        <p:txBody>
          <a:bodyPr anchor="ctr">
            <a:normAutofit lnSpcReduction="10000"/>
          </a:bodyPr>
          <a:lstStyle/>
          <a:p>
            <a:pPr algn="l"/>
            <a:r>
              <a:rPr lang="en-US" sz="3600" b="1" dirty="0"/>
              <a:t>Part 2. Time to a Data Party</a:t>
            </a:r>
          </a:p>
          <a:p>
            <a:pPr algn="l"/>
            <a:r>
              <a:rPr lang="en-US" altLang="zh-CN" sz="3600" dirty="0"/>
              <a:t>Chapter 05: Preparing Data Sources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FA8A2-11A6-A569-2BBD-8E502FA214AB}"/>
              </a:ext>
            </a:extLst>
          </p:cNvPr>
          <p:cNvSpPr txBox="1"/>
          <p:nvPr/>
        </p:nvSpPr>
        <p:spPr>
          <a:xfrm>
            <a:off x="9487400" y="11040"/>
            <a:ext cx="27046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Goudy Stout" panose="0202090407030B020401" pitchFamily="18" charset="0"/>
              </a:rPr>
              <a:t>013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67050B-C6BB-D8AA-4BC5-8A0D72A32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2" y="30114"/>
            <a:ext cx="1386414" cy="1380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E5A924-7FF8-942C-C7F5-3039AFF2E800}"/>
              </a:ext>
            </a:extLst>
          </p:cNvPr>
          <p:cNvSpPr txBox="1"/>
          <p:nvPr/>
        </p:nvSpPr>
        <p:spPr>
          <a:xfrm>
            <a:off x="23412" y="6458554"/>
            <a:ext cx="7163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Repository: </a:t>
            </a:r>
            <a:r>
              <a:rPr lang="en-US" b="1" dirty="0">
                <a:hlinkClick r:id="rId3"/>
              </a:rPr>
              <a:t>https://github.com/yasenstar/PowerBI_Tutorial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A3525D-DFE6-1FBD-68FC-E739E0224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0" y="1487212"/>
            <a:ext cx="1850713" cy="23155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1264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CAFD73-E11B-F840-4A9D-3301CE4C5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54" y="1083990"/>
            <a:ext cx="5874734" cy="50378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D03C02-7C5F-FCD6-ED16-BEA0FE6D8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172" y="3500232"/>
            <a:ext cx="4676775" cy="2990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950B14-03FB-D0FA-3FF2-604DCE061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502" y="537883"/>
            <a:ext cx="3334065" cy="33199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76600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D01E6-BCB2-F5B8-E00C-021D6F852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4E6BC2-A75D-1B1E-8780-2839D1044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53" y="575864"/>
            <a:ext cx="6668431" cy="57062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D8E0F6-53A4-1572-B3BB-B93EA23BC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172" y="3500232"/>
            <a:ext cx="4676775" cy="2990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BC51B1-D710-AD0C-DF62-4987CDA97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176" y="2174178"/>
            <a:ext cx="3334065" cy="33199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0173928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{99CC9ED3-4357-4D1D-BB82-E357E6C37734}tf89338750_win32</Template>
  <TotalTime>2654</TotalTime>
  <Words>484</Words>
  <Application>Microsoft Office PowerPoint</Application>
  <PresentationFormat>Widescreen</PresentationFormat>
  <Paragraphs>80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Goudy Stout</vt:lpstr>
      <vt:lpstr>Univers</vt:lpstr>
      <vt:lpstr>GradientVTI</vt:lpstr>
      <vt:lpstr>PowerPoint Presentation</vt:lpstr>
      <vt:lpstr>PowerPoint Presentation</vt:lpstr>
      <vt:lpstr>PowerPoint Presentation</vt:lpstr>
      <vt:lpstr>Power BI Tutorial</vt:lpstr>
      <vt:lpstr>Power BI Tutorial</vt:lpstr>
      <vt:lpstr>Power BI Tutorial</vt:lpstr>
      <vt:lpstr>Power BI Tutorial</vt:lpstr>
      <vt:lpstr>Power BI Tutorial</vt:lpstr>
      <vt:lpstr>Power BI Tutorial</vt:lpstr>
      <vt:lpstr>Power BI Tutorial</vt:lpstr>
      <vt:lpstr>Power BI Tutorial</vt:lpstr>
      <vt:lpstr>Power BI Tutorial</vt:lpstr>
      <vt:lpstr>Power BI Tutorial</vt:lpstr>
      <vt:lpstr>Power BI Tutorial</vt:lpstr>
      <vt:lpstr>Power BI Tutorial</vt:lpstr>
      <vt:lpstr>Power BI Tutorial</vt:lpstr>
      <vt:lpstr>Power BI Tutorial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Zhao Xiaoqi</dc:creator>
  <cp:lastModifiedBy>Xiaoqi Zhao</cp:lastModifiedBy>
  <cp:revision>22</cp:revision>
  <dcterms:created xsi:type="dcterms:W3CDTF">2024-09-22T02:05:08Z</dcterms:created>
  <dcterms:modified xsi:type="dcterms:W3CDTF">2026-01-11T14:56:18Z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19540963-e559-4020-8a90-fe8a502c2801_Enabled">
    <vt:lpwstr>true</vt:lpwstr>
  </property>
  <property fmtid="{D5CDD505-2E9C-101B-9397-08002B2CF9AE}" pid="4" name="MSIP_Label_19540963-e559-4020-8a90-fe8a502c2801_SetDate">
    <vt:lpwstr>2024-09-22T02:05:48Z</vt:lpwstr>
  </property>
  <property fmtid="{D5CDD505-2E9C-101B-9397-08002B2CF9AE}" pid="5" name="MSIP_Label_19540963-e559-4020-8a90-fe8a502c2801_Method">
    <vt:lpwstr>Standard</vt:lpwstr>
  </property>
  <property fmtid="{D5CDD505-2E9C-101B-9397-08002B2CF9AE}" pid="6" name="MSIP_Label_19540963-e559-4020-8a90-fe8a502c2801_Name">
    <vt:lpwstr>19540963-e559-4020-8a90-fe8a502c2801</vt:lpwstr>
  </property>
  <property fmtid="{D5CDD505-2E9C-101B-9397-08002B2CF9AE}" pid="7" name="MSIP_Label_19540963-e559-4020-8a90-fe8a502c2801_SiteId">
    <vt:lpwstr>f25493ae-1c98-41d7-8a33-0be75f5fe603</vt:lpwstr>
  </property>
  <property fmtid="{D5CDD505-2E9C-101B-9397-08002B2CF9AE}" pid="8" name="MSIP_Label_19540963-e559-4020-8a90-fe8a502c2801_ActionId">
    <vt:lpwstr>e005241f-966e-49d2-9bdc-499c8b33a11b</vt:lpwstr>
  </property>
  <property fmtid="{D5CDD505-2E9C-101B-9397-08002B2CF9AE}" pid="9" name="MSIP_Label_19540963-e559-4020-8a90-fe8a502c2801_ContentBits">
    <vt:lpwstr>0</vt:lpwstr>
  </property>
</Properties>
</file>